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3355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55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Picture 5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2942" y="9525"/>
            <a:ext cx="3234566" cy="781050"/>
          </a:xfrm>
          <a:prstGeom prst="rect">
            <a:avLst/>
          </a:prstGeom>
        </p:spPr>
      </p:pic>
      <p:pic>
        <p:nvPicPr>
          <p:cNvPr id="680" name="Picture 55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606588" y="19050"/>
            <a:ext cx="2590800" cy="742950"/>
          </a:xfrm>
          <a:prstGeom prst="rect">
            <a:avLst/>
          </a:prstGeom>
        </p:spPr>
      </p:pic>
      <p:sp>
        <p:nvSpPr>
          <p:cNvPr id="3" name="DASHBOARD TITLE">
            <a:extLst>
              <a:ext uri="{FF2B5EF4-FFF2-40B4-BE49-F238E27FC236}">
                <a16:creationId xmlns:a16="http://schemas.microsoft.com/office/drawing/2014/main" id="{AEA68F9B-E043-46A8-BC30-322D7FED1D97}"/>
              </a:ext>
            </a:extLst>
          </p:cNvPr>
          <p:cNvSpPr>
            <a:spLocks noGrp="1"/>
          </p:cNvSpPr>
          <p:nvPr/>
        </p:nvSpPr>
        <p:spPr>
          <a:xfrm>
            <a:off x="3714750" y="19050"/>
            <a:ext cx="990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2250" b="1">
                <a:solidFill>
                  <a:srgbClr val="082C6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2C68"/>
                </a:solidFill>
                <a:latin typeface="Arial"/>
                <a:ea typeface="Arial"/>
                <a:cs typeface="Arial"/>
              </a:rPr>
              <a:t>SIFP REGIONAL 4 – V&amp;V PERFORMANCE DASHBOARD</a:t>
            </a:r>
          </a:p>
        </p:txBody>
      </p:sp>
      <p:sp>
        <p:nvSpPr>
          <p:cNvPr id="4" name="DATA CUTOFF">
            <a:extLst>
              <a:ext uri="{FF2B5EF4-FFF2-40B4-BE49-F238E27FC236}">
                <a16:creationId xmlns:a16="http://schemas.microsoft.com/office/drawing/2014/main" id="{53D284B2-E3A5-47B3-85AD-7D9AF831B1E7}"/>
              </a:ext>
            </a:extLst>
          </p:cNvPr>
          <p:cNvSpPr>
            <a:spLocks noGrp="1"/>
          </p:cNvSpPr>
          <p:nvPr/>
        </p:nvSpPr>
        <p:spPr>
          <a:xfrm>
            <a:off x="6667500" y="466725"/>
            <a:ext cx="4000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buNone/>
              <a:defRPr sz="1725" b="1">
                <a:solidFill>
                  <a:srgbClr val="082C68"/>
                </a:solidFill>
                <a:latin typeface="Arial"/>
                <a:ea typeface="Arial"/>
                <a:cs typeface="Arial"/>
              </a:defRPr>
            </a:pPr>
            <a:r>
              <a:rPr sz="1500" b="1"/>
              <a:t>Data per 11 Aug 2026</a:t>
            </a:r>
          </a:p>
        </p:txBody>
      </p:sp>
      <p:sp>
        <p:nvSpPr>
          <p:cNvPr id="5" name="QUICK FACTS PANEL">
            <a:extLst>
              <a:ext uri="{FF2B5EF4-FFF2-40B4-BE49-F238E27FC236}">
                <a16:creationId xmlns:a16="http://schemas.microsoft.com/office/drawing/2014/main" id="{F084A0A5-66F2-4694-9681-EA5F8AC95E46}"/>
              </a:ext>
            </a:extLst>
          </p:cNvPr>
          <p:cNvSpPr>
            <a:spLocks noGrp="1"/>
          </p:cNvSpPr>
          <p:nvPr/>
        </p:nvSpPr>
        <p:spPr>
          <a:xfrm>
            <a:off x="133350" y="828675"/>
            <a:ext cx="17068800" cy="8382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1430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F8949B-4DEB-41BC-9F17-9B281668F74F}"/>
              </a:ext>
            </a:extLst>
          </p:cNvPr>
          <p:cNvSpPr>
            <a:spLocks noGrp="1"/>
          </p:cNvSpPr>
          <p:nvPr/>
        </p:nvSpPr>
        <p:spPr>
          <a:xfrm>
            <a:off x="282456" y="952500"/>
            <a:ext cx="590550" cy="590550"/>
          </a:xfrm>
          <a:prstGeom prst="ellipse">
            <a:avLst/>
          </a:prstGeom>
          <a:solidFill>
            <a:srgbClr val="07356F"/>
          </a:solidFill>
          <a:ln w="0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FACT ICON 1">
            <a:extLst>
              <a:ext uri="{FF2B5EF4-FFF2-40B4-BE49-F238E27FC236}">
                <a16:creationId xmlns:a16="http://schemas.microsoft.com/office/drawing/2014/main" id="{9B17DF0E-1E69-4617-8AE0-06B9B724B5D3}"/>
              </a:ext>
            </a:extLst>
          </p:cNvPr>
          <p:cNvSpPr>
            <a:spLocks noGrp="1"/>
          </p:cNvSpPr>
          <p:nvPr/>
        </p:nvSpPr>
        <p:spPr>
          <a:xfrm>
            <a:off x="330081" y="971550"/>
            <a:ext cx="49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▣</a:t>
            </a:r>
          </a:p>
        </p:txBody>
      </p:sp>
      <p:sp>
        <p:nvSpPr>
          <p:cNvPr id="8" name="FACT VALUE 1">
            <a:extLst>
              <a:ext uri="{FF2B5EF4-FFF2-40B4-BE49-F238E27FC236}">
                <a16:creationId xmlns:a16="http://schemas.microsoft.com/office/drawing/2014/main" id="{5857E8B0-4C65-40C2-B5DA-063F63348461}"/>
              </a:ext>
            </a:extLst>
          </p:cNvPr>
          <p:cNvSpPr>
            <a:spLocks noGrp="1"/>
          </p:cNvSpPr>
          <p:nvPr/>
        </p:nvSpPr>
        <p:spPr>
          <a:xfrm>
            <a:off x="1056296" y="895350"/>
            <a:ext cx="1937047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2850" b="1">
                <a:solidFill>
                  <a:srgbClr val="082C6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C68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sp>
        <p:nvSpPr>
          <p:cNvPr id="9" name="FACT LABEL 1">
            <a:extLst>
              <a:ext uri="{FF2B5EF4-FFF2-40B4-BE49-F238E27FC236}">
                <a16:creationId xmlns:a16="http://schemas.microsoft.com/office/drawing/2014/main" id="{295FE5A9-23CA-49F4-A7CC-66ECD2C73C49}"/>
              </a:ext>
            </a:extLst>
          </p:cNvPr>
          <p:cNvSpPr>
            <a:spLocks noGrp="1"/>
          </p:cNvSpPr>
          <p:nvPr/>
        </p:nvSpPr>
        <p:spPr>
          <a:xfrm>
            <a:off x="1056296" y="1304925"/>
            <a:ext cx="1937047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Total Observations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DBDAD41-9572-4F94-BB6E-D126A8CD1D16}"/>
              </a:ext>
            </a:extLst>
          </p:cNvPr>
          <p:cNvSpPr>
            <a:spLocks noGrp="1"/>
          </p:cNvSpPr>
          <p:nvPr/>
        </p:nvSpPr>
        <p:spPr>
          <a:xfrm>
            <a:off x="3300991" y="933450"/>
            <a:ext cx="0" cy="628650"/>
          </a:xfrm>
          <a:prstGeom prst="line">
            <a:avLst/>
          </a:prstGeom>
          <a:noFill/>
          <a:ln w="9525">
            <a:solidFill>
              <a:srgbClr val="8799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955B1B7-23A4-434C-9097-FF6E7A9DF7C0}"/>
              </a:ext>
            </a:extLst>
          </p:cNvPr>
          <p:cNvSpPr>
            <a:spLocks noGrp="1"/>
          </p:cNvSpPr>
          <p:nvPr/>
        </p:nvSpPr>
        <p:spPr>
          <a:xfrm>
            <a:off x="3381731" y="952500"/>
            <a:ext cx="590550" cy="590550"/>
          </a:xfrm>
          <a:prstGeom prst="ellipse">
            <a:avLst/>
          </a:prstGeom>
          <a:solidFill>
            <a:srgbClr val="07356F"/>
          </a:solidFill>
          <a:ln w="0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ACT ICON 2">
            <a:extLst>
              <a:ext uri="{FF2B5EF4-FFF2-40B4-BE49-F238E27FC236}">
                <a16:creationId xmlns:a16="http://schemas.microsoft.com/office/drawing/2014/main" id="{EF1465CF-444F-428B-8252-049AFA90FE6A}"/>
              </a:ext>
            </a:extLst>
          </p:cNvPr>
          <p:cNvSpPr>
            <a:spLocks noGrp="1"/>
          </p:cNvSpPr>
          <p:nvPr/>
        </p:nvSpPr>
        <p:spPr>
          <a:xfrm>
            <a:off x="3429356" y="971550"/>
            <a:ext cx="49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⌖</a:t>
            </a:r>
          </a:p>
        </p:txBody>
      </p:sp>
      <p:sp>
        <p:nvSpPr>
          <p:cNvPr id="13" name="ZONE DISTRIBUTION">
            <a:extLst>
              <a:ext uri="{FF2B5EF4-FFF2-40B4-BE49-F238E27FC236}">
                <a16:creationId xmlns:a16="http://schemas.microsoft.com/office/drawing/2014/main" id="{9E4C2DF3-F9F0-4DBC-B7E0-A86519F9C1A8}"/>
              </a:ext>
            </a:extLst>
          </p:cNvPr>
          <p:cNvSpPr>
            <a:spLocks noGrp="1"/>
          </p:cNvSpPr>
          <p:nvPr/>
        </p:nvSpPr>
        <p:spPr>
          <a:xfrm>
            <a:off x="4155571" y="962025"/>
            <a:ext cx="2563738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Z11  </a:t>
            </a:r>
            <a:r>
              <a:rPr sz="1425" b="1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11</a:t>
            </a: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  |  Z12  </a:t>
            </a:r>
            <a:r>
              <a:rPr sz="1425" b="1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12</a:t>
            </a: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| Z13  </a:t>
            </a:r>
            <a:r>
              <a:rPr sz="1425" b="1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15</a:t>
            </a: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  |  Z14  </a:t>
            </a:r>
            <a:r>
              <a:rPr sz="1425" b="1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20</a:t>
            </a:r>
          </a:p>
          <a:p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sz="1425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DC5684F-322E-4D84-BDC5-EA372E56018E}"/>
              </a:ext>
            </a:extLst>
          </p:cNvPr>
          <p:cNvSpPr>
            <a:spLocks noGrp="1"/>
          </p:cNvSpPr>
          <p:nvPr/>
        </p:nvSpPr>
        <p:spPr>
          <a:xfrm>
            <a:off x="6992774" y="933450"/>
            <a:ext cx="0" cy="628650"/>
          </a:xfrm>
          <a:prstGeom prst="line">
            <a:avLst/>
          </a:prstGeom>
          <a:noFill/>
          <a:ln w="9525">
            <a:solidFill>
              <a:srgbClr val="8799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F2A0C8F-9B95-4DF2-BBDC-2C06B03666D8}"/>
              </a:ext>
            </a:extLst>
          </p:cNvPr>
          <p:cNvSpPr>
            <a:spLocks noGrp="1"/>
          </p:cNvSpPr>
          <p:nvPr/>
        </p:nvSpPr>
        <p:spPr>
          <a:xfrm>
            <a:off x="7073514" y="952500"/>
            <a:ext cx="590550" cy="590550"/>
          </a:xfrm>
          <a:prstGeom prst="ellipse">
            <a:avLst/>
          </a:prstGeom>
          <a:solidFill>
            <a:srgbClr val="07356F"/>
          </a:solidFill>
          <a:ln w="0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FACT ICON 3">
            <a:extLst>
              <a:ext uri="{FF2B5EF4-FFF2-40B4-BE49-F238E27FC236}">
                <a16:creationId xmlns:a16="http://schemas.microsoft.com/office/drawing/2014/main" id="{26AB522E-CD32-4722-BDFD-DE1CA54FAD8D}"/>
              </a:ext>
            </a:extLst>
          </p:cNvPr>
          <p:cNvSpPr>
            <a:spLocks noGrp="1"/>
          </p:cNvSpPr>
          <p:nvPr/>
        </p:nvSpPr>
        <p:spPr>
          <a:xfrm>
            <a:off x="7121139" y="971550"/>
            <a:ext cx="49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▦</a:t>
            </a:r>
          </a:p>
        </p:txBody>
      </p:sp>
      <p:sp>
        <p:nvSpPr>
          <p:cNvPr id="17" name="OBS PERIOD LABEL">
            <a:extLst>
              <a:ext uri="{FF2B5EF4-FFF2-40B4-BE49-F238E27FC236}">
                <a16:creationId xmlns:a16="http://schemas.microsoft.com/office/drawing/2014/main" id="{96764D3A-727D-4E38-A019-B885BEBA0E39}"/>
              </a:ext>
            </a:extLst>
          </p:cNvPr>
          <p:cNvSpPr>
            <a:spLocks noGrp="1"/>
          </p:cNvSpPr>
          <p:nvPr/>
        </p:nvSpPr>
        <p:spPr>
          <a:xfrm>
            <a:off x="7847354" y="971550"/>
            <a:ext cx="275744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Observation Period:</a:t>
            </a:r>
          </a:p>
        </p:txBody>
      </p:sp>
      <p:sp>
        <p:nvSpPr>
          <p:cNvPr id="18" name="OBS PERIOD">
            <a:extLst>
              <a:ext uri="{FF2B5EF4-FFF2-40B4-BE49-F238E27FC236}">
                <a16:creationId xmlns:a16="http://schemas.microsoft.com/office/drawing/2014/main" id="{8B32D136-7EFA-4962-8A77-80CCA8AA90FF}"/>
              </a:ext>
            </a:extLst>
          </p:cNvPr>
          <p:cNvSpPr>
            <a:spLocks noGrp="1"/>
          </p:cNvSpPr>
          <p:nvPr/>
        </p:nvSpPr>
        <p:spPr>
          <a:xfrm>
            <a:off x="7847354" y="1200150"/>
            <a:ext cx="2757443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1575" b="1">
                <a:solidFill>
                  <a:srgbClr val="082C68"/>
                </a:solidFill>
                <a:latin typeface="Arial"/>
                <a:ea typeface="Arial"/>
                <a:cs typeface="Arial"/>
              </a:defRPr>
            </a:pPr>
            <a:r>
              <a:rPr sz="1600"/>
              <a:t>14 May–4 Aug 2026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C1875379-F189-4BFD-AE9F-E0E96599ECD5}"/>
              </a:ext>
            </a:extLst>
          </p:cNvPr>
          <p:cNvSpPr>
            <a:spLocks noGrp="1"/>
          </p:cNvSpPr>
          <p:nvPr/>
        </p:nvSpPr>
        <p:spPr>
          <a:xfrm>
            <a:off x="10798501" y="933450"/>
            <a:ext cx="0" cy="628650"/>
          </a:xfrm>
          <a:prstGeom prst="line">
            <a:avLst/>
          </a:prstGeom>
          <a:noFill/>
          <a:ln w="9525">
            <a:solidFill>
              <a:srgbClr val="8799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A1BD14-5C64-4D96-AF30-A53037052CD3}"/>
              </a:ext>
            </a:extLst>
          </p:cNvPr>
          <p:cNvSpPr>
            <a:spLocks noGrp="1"/>
          </p:cNvSpPr>
          <p:nvPr/>
        </p:nvSpPr>
        <p:spPr>
          <a:xfrm>
            <a:off x="10879241" y="952500"/>
            <a:ext cx="590550" cy="590550"/>
          </a:xfrm>
          <a:prstGeom prst="ellipse">
            <a:avLst/>
          </a:prstGeom>
          <a:solidFill>
            <a:srgbClr val="07356F"/>
          </a:solidFill>
          <a:ln w="0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FACT ICON 4">
            <a:extLst>
              <a:ext uri="{FF2B5EF4-FFF2-40B4-BE49-F238E27FC236}">
                <a16:creationId xmlns:a16="http://schemas.microsoft.com/office/drawing/2014/main" id="{59F28B53-BED3-4F33-A319-BB1EFB33EFEA}"/>
              </a:ext>
            </a:extLst>
          </p:cNvPr>
          <p:cNvSpPr>
            <a:spLocks noGrp="1"/>
          </p:cNvSpPr>
          <p:nvPr/>
        </p:nvSpPr>
        <p:spPr>
          <a:xfrm>
            <a:off x="10926866" y="971550"/>
            <a:ext cx="49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◎</a:t>
            </a:r>
          </a:p>
        </p:txBody>
      </p:sp>
      <p:sp>
        <p:nvSpPr>
          <p:cNvPr id="22" name="FACT VALUE 4">
            <a:extLst>
              <a:ext uri="{FF2B5EF4-FFF2-40B4-BE49-F238E27FC236}">
                <a16:creationId xmlns:a16="http://schemas.microsoft.com/office/drawing/2014/main" id="{BF855754-E4BA-4108-9A2B-396393D87D40}"/>
              </a:ext>
            </a:extLst>
          </p:cNvPr>
          <p:cNvSpPr>
            <a:spLocks noGrp="1"/>
          </p:cNvSpPr>
          <p:nvPr/>
        </p:nvSpPr>
        <p:spPr>
          <a:xfrm>
            <a:off x="11653081" y="895350"/>
            <a:ext cx="1937047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2850" b="1">
                <a:solidFill>
                  <a:srgbClr val="082C6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C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3" name="FACT LABEL 4">
            <a:extLst>
              <a:ext uri="{FF2B5EF4-FFF2-40B4-BE49-F238E27FC236}">
                <a16:creationId xmlns:a16="http://schemas.microsoft.com/office/drawing/2014/main" id="{C56C99BB-6B7B-4C4E-B4C4-5150AB48001A}"/>
              </a:ext>
            </a:extLst>
          </p:cNvPr>
          <p:cNvSpPr>
            <a:spLocks noGrp="1"/>
          </p:cNvSpPr>
          <p:nvPr/>
        </p:nvSpPr>
        <p:spPr>
          <a:xfrm>
            <a:off x="11653081" y="1304925"/>
            <a:ext cx="1937047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Sites / Locations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28088060-8F3F-485C-8EE2-A69DF474D234}"/>
              </a:ext>
            </a:extLst>
          </p:cNvPr>
          <p:cNvSpPr>
            <a:spLocks noGrp="1"/>
          </p:cNvSpPr>
          <p:nvPr/>
        </p:nvSpPr>
        <p:spPr>
          <a:xfrm>
            <a:off x="14080086" y="933450"/>
            <a:ext cx="0" cy="628650"/>
          </a:xfrm>
          <a:prstGeom prst="line">
            <a:avLst/>
          </a:prstGeom>
          <a:noFill/>
          <a:ln w="9525">
            <a:solidFill>
              <a:srgbClr val="8799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1FBCF91-6548-4387-ABCE-97BCC11B18D3}"/>
              </a:ext>
            </a:extLst>
          </p:cNvPr>
          <p:cNvSpPr>
            <a:spLocks noGrp="1"/>
          </p:cNvSpPr>
          <p:nvPr/>
        </p:nvSpPr>
        <p:spPr>
          <a:xfrm>
            <a:off x="14160826" y="952500"/>
            <a:ext cx="590550" cy="590550"/>
          </a:xfrm>
          <a:prstGeom prst="ellipse">
            <a:avLst/>
          </a:prstGeom>
          <a:solidFill>
            <a:srgbClr val="07356F"/>
          </a:solidFill>
          <a:ln w="0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FACT ICON 5">
            <a:extLst>
              <a:ext uri="{FF2B5EF4-FFF2-40B4-BE49-F238E27FC236}">
                <a16:creationId xmlns:a16="http://schemas.microsoft.com/office/drawing/2014/main" id="{960A771C-1006-4CDD-A3FB-78207CEE1C68}"/>
              </a:ext>
            </a:extLst>
          </p:cNvPr>
          <p:cNvSpPr>
            <a:spLocks noGrp="1"/>
          </p:cNvSpPr>
          <p:nvPr/>
        </p:nvSpPr>
        <p:spPr>
          <a:xfrm>
            <a:off x="14208451" y="971550"/>
            <a:ext cx="49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◇</a:t>
            </a:r>
          </a:p>
        </p:txBody>
      </p:sp>
      <p:sp>
        <p:nvSpPr>
          <p:cNvPr id="27" name="FACT VALUE 5">
            <a:extLst>
              <a:ext uri="{FF2B5EF4-FFF2-40B4-BE49-F238E27FC236}">
                <a16:creationId xmlns:a16="http://schemas.microsoft.com/office/drawing/2014/main" id="{7D8A8345-980D-4FB5-95FF-EDECA5B5065D}"/>
              </a:ext>
            </a:extLst>
          </p:cNvPr>
          <p:cNvSpPr>
            <a:spLocks noGrp="1"/>
          </p:cNvSpPr>
          <p:nvPr/>
        </p:nvSpPr>
        <p:spPr>
          <a:xfrm>
            <a:off x="14934666" y="895350"/>
            <a:ext cx="1937047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2850" b="1">
                <a:solidFill>
                  <a:srgbClr val="082C6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C68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28" name="FACT LABEL 5">
            <a:extLst>
              <a:ext uri="{FF2B5EF4-FFF2-40B4-BE49-F238E27FC236}">
                <a16:creationId xmlns:a16="http://schemas.microsoft.com/office/drawing/2014/main" id="{150EE579-F3E1-4679-B805-1B17C57B4807}"/>
              </a:ext>
            </a:extLst>
          </p:cNvPr>
          <p:cNvSpPr>
            <a:spLocks noGrp="1"/>
          </p:cNvSpPr>
          <p:nvPr/>
        </p:nvSpPr>
        <p:spPr>
          <a:xfrm>
            <a:off x="14934666" y="1304925"/>
            <a:ext cx="1937047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Zones Covered</a:t>
            </a:r>
          </a:p>
        </p:txBody>
      </p:sp>
      <p:sp>
        <p:nvSpPr>
          <p:cNvPr id="29" name="KPI CARD 1">
            <a:extLst>
              <a:ext uri="{FF2B5EF4-FFF2-40B4-BE49-F238E27FC236}">
                <a16:creationId xmlns:a16="http://schemas.microsoft.com/office/drawing/2014/main" id="{CC2272AA-ABAF-4C2D-9289-77874468C6BE}"/>
              </a:ext>
            </a:extLst>
          </p:cNvPr>
          <p:cNvSpPr>
            <a:spLocks noGrp="1"/>
          </p:cNvSpPr>
          <p:nvPr/>
        </p:nvSpPr>
        <p:spPr>
          <a:xfrm>
            <a:off x="133350" y="1762125"/>
            <a:ext cx="2381250" cy="1362075"/>
          </a:xfrm>
          <a:prstGeom prst="roundRect">
            <a:avLst>
              <a:gd name="adj" fmla="val 5594"/>
            </a:avLst>
          </a:prstGeom>
          <a:solidFill>
            <a:srgbClr val="F7FFF7"/>
          </a:solidFill>
          <a:ln w="11430">
            <a:solidFill>
              <a:srgbClr val="078A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KPI TITLE 1">
            <a:extLst>
              <a:ext uri="{FF2B5EF4-FFF2-40B4-BE49-F238E27FC236}">
                <a16:creationId xmlns:a16="http://schemas.microsoft.com/office/drawing/2014/main" id="{0CC92D31-CE96-440D-8455-C0C7B3CFFE94}"/>
              </a:ext>
            </a:extLst>
          </p:cNvPr>
          <p:cNvSpPr>
            <a:spLocks noGrp="1"/>
          </p:cNvSpPr>
          <p:nvPr/>
        </p:nvSpPr>
        <p:spPr>
          <a:xfrm>
            <a:off x="175273" y="1790700"/>
            <a:ext cx="229740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PSEC</a:t>
            </a:r>
          </a:p>
        </p:txBody>
      </p:sp>
      <p:sp>
        <p:nvSpPr>
          <p:cNvPr id="31" name="KPI 1 GAUGE SEGMENT 1">
            <a:extLst>
              <a:ext uri="{FF2B5EF4-FFF2-40B4-BE49-F238E27FC236}">
                <a16:creationId xmlns:a16="http://schemas.microsoft.com/office/drawing/2014/main" id="{15A8F423-E1E1-45EC-8F12-093EAFE0C795}"/>
              </a:ext>
            </a:extLst>
          </p:cNvPr>
          <p:cNvSpPr>
            <a:spLocks noGrp="1"/>
          </p:cNvSpPr>
          <p:nvPr/>
        </p:nvSpPr>
        <p:spPr>
          <a:xfrm>
            <a:off x="804125" y="2783294"/>
            <a:ext cx="11933" cy="0"/>
          </a:xfrm>
          <a:prstGeom prst="line">
            <a:avLst/>
          </a:prstGeom>
          <a:noFill/>
          <a:ln w="123825">
            <a:solidFill>
              <a:srgbClr val="078A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KPI 1 GAUGE SEGMENT 2">
            <a:extLst>
              <a:ext uri="{FF2B5EF4-FFF2-40B4-BE49-F238E27FC236}">
                <a16:creationId xmlns:a16="http://schemas.microsoft.com/office/drawing/2014/main" id="{7455EA14-BDC7-4A9D-BF0B-FD4DE8DE36C7}"/>
              </a:ext>
            </a:extLst>
          </p:cNvPr>
          <p:cNvSpPr>
            <a:spLocks noGrp="1"/>
          </p:cNvSpPr>
          <p:nvPr/>
        </p:nvSpPr>
        <p:spPr>
          <a:xfrm>
            <a:off x="821839" y="2630915"/>
            <a:ext cx="40189" cy="0"/>
          </a:xfrm>
          <a:prstGeom prst="line">
            <a:avLst/>
          </a:prstGeom>
          <a:noFill/>
          <a:ln w="123825">
            <a:solidFill>
              <a:srgbClr val="078A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KPI 1 GAUGE SEGMENT 3">
            <a:extLst>
              <a:ext uri="{FF2B5EF4-FFF2-40B4-BE49-F238E27FC236}">
                <a16:creationId xmlns:a16="http://schemas.microsoft.com/office/drawing/2014/main" id="{F1AAE5B5-B820-42DF-808F-DB41F343508C}"/>
              </a:ext>
            </a:extLst>
          </p:cNvPr>
          <p:cNvSpPr>
            <a:spLocks noGrp="1"/>
          </p:cNvSpPr>
          <p:nvPr/>
        </p:nvSpPr>
        <p:spPr>
          <a:xfrm>
            <a:off x="873772" y="2489434"/>
            <a:ext cx="65706" cy="0"/>
          </a:xfrm>
          <a:prstGeom prst="line">
            <a:avLst/>
          </a:prstGeom>
          <a:noFill/>
          <a:ln w="123825">
            <a:solidFill>
              <a:srgbClr val="078A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KPI 1 GAUGE SEGMENT 4">
            <a:extLst>
              <a:ext uri="{FF2B5EF4-FFF2-40B4-BE49-F238E27FC236}">
                <a16:creationId xmlns:a16="http://schemas.microsoft.com/office/drawing/2014/main" id="{CBAABF75-5A8A-456C-B2B6-49BF25023ADE}"/>
              </a:ext>
            </a:extLst>
          </p:cNvPr>
          <p:cNvSpPr>
            <a:spLocks noGrp="1"/>
          </p:cNvSpPr>
          <p:nvPr/>
        </p:nvSpPr>
        <p:spPr>
          <a:xfrm>
            <a:off x="956385" y="2368492"/>
            <a:ext cx="86746" cy="0"/>
          </a:xfrm>
          <a:prstGeom prst="line">
            <a:avLst/>
          </a:prstGeom>
          <a:noFill/>
          <a:ln w="123825">
            <a:solidFill>
              <a:srgbClr val="078A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KPI 1 GAUGE SEGMENT 5">
            <a:extLst>
              <a:ext uri="{FF2B5EF4-FFF2-40B4-BE49-F238E27FC236}">
                <a16:creationId xmlns:a16="http://schemas.microsoft.com/office/drawing/2014/main" id="{D2BC658E-7480-4F05-969B-002547445864}"/>
              </a:ext>
            </a:extLst>
          </p:cNvPr>
          <p:cNvSpPr>
            <a:spLocks noGrp="1"/>
          </p:cNvSpPr>
          <p:nvPr/>
        </p:nvSpPr>
        <p:spPr>
          <a:xfrm>
            <a:off x="1064050" y="2276331"/>
            <a:ext cx="101873" cy="0"/>
          </a:xfrm>
          <a:prstGeom prst="line">
            <a:avLst/>
          </a:prstGeom>
          <a:noFill/>
          <a:ln w="123825">
            <a:solidFill>
              <a:srgbClr val="078A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KPI 1 GAUGE SEGMENT 6">
            <a:extLst>
              <a:ext uri="{FF2B5EF4-FFF2-40B4-BE49-F238E27FC236}">
                <a16:creationId xmlns:a16="http://schemas.microsoft.com/office/drawing/2014/main" id="{35DC36B3-3436-45BD-AE1A-BF933B0129AF}"/>
              </a:ext>
            </a:extLst>
          </p:cNvPr>
          <p:cNvSpPr>
            <a:spLocks noGrp="1"/>
          </p:cNvSpPr>
          <p:nvPr/>
        </p:nvSpPr>
        <p:spPr>
          <a:xfrm>
            <a:off x="1189427" y="2219233"/>
            <a:ext cx="110059" cy="0"/>
          </a:xfrm>
          <a:prstGeom prst="line">
            <a:avLst/>
          </a:prstGeom>
          <a:noFill/>
          <a:ln w="123825">
            <a:solidFill>
              <a:srgbClr val="078A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KPI 1 GAUGE SEGMENT 7">
            <a:extLst>
              <a:ext uri="{FF2B5EF4-FFF2-40B4-BE49-F238E27FC236}">
                <a16:creationId xmlns:a16="http://schemas.microsoft.com/office/drawing/2014/main" id="{F44B6051-A63A-40EE-B9AC-AA8056B3D5DB}"/>
              </a:ext>
            </a:extLst>
          </p:cNvPr>
          <p:cNvSpPr>
            <a:spLocks noGrp="1"/>
          </p:cNvSpPr>
          <p:nvPr/>
        </p:nvSpPr>
        <p:spPr>
          <a:xfrm>
            <a:off x="1323975" y="2201086"/>
            <a:ext cx="110744" cy="11933"/>
          </a:xfrm>
          <a:prstGeom prst="line">
            <a:avLst/>
          </a:prstGeom>
          <a:noFill/>
          <a:ln w="123825">
            <a:solidFill>
              <a:srgbClr val="078A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KPI 1 GAUGE SEGMENT 8">
            <a:extLst>
              <a:ext uri="{FF2B5EF4-FFF2-40B4-BE49-F238E27FC236}">
                <a16:creationId xmlns:a16="http://schemas.microsoft.com/office/drawing/2014/main" id="{499750CC-8C7E-4C3B-89CA-B3DF6E543501}"/>
              </a:ext>
            </a:extLst>
          </p:cNvPr>
          <p:cNvSpPr>
            <a:spLocks noGrp="1"/>
          </p:cNvSpPr>
          <p:nvPr/>
        </p:nvSpPr>
        <p:spPr>
          <a:xfrm>
            <a:off x="1458523" y="2223131"/>
            <a:ext cx="103882" cy="40189"/>
          </a:xfrm>
          <a:prstGeom prst="line">
            <a:avLst/>
          </a:prstGeom>
          <a:noFill/>
          <a:ln w="123825">
            <a:solidFill>
              <a:srgbClr val="078A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KPI 1 GAUGE SEGMENT 9">
            <a:extLst>
              <a:ext uri="{FF2B5EF4-FFF2-40B4-BE49-F238E27FC236}">
                <a16:creationId xmlns:a16="http://schemas.microsoft.com/office/drawing/2014/main" id="{2F2B73FA-4DC9-43DE-87FB-B6FE9D0BBBD4}"/>
              </a:ext>
            </a:extLst>
          </p:cNvPr>
          <p:cNvSpPr>
            <a:spLocks noGrp="1"/>
          </p:cNvSpPr>
          <p:nvPr/>
        </p:nvSpPr>
        <p:spPr>
          <a:xfrm>
            <a:off x="1583900" y="2283862"/>
            <a:ext cx="89941" cy="65706"/>
          </a:xfrm>
          <a:prstGeom prst="line">
            <a:avLst/>
          </a:prstGeom>
          <a:noFill/>
          <a:ln w="123825">
            <a:solidFill>
              <a:srgbClr val="078A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KPI 1 GAUGE SEGMENT 10">
            <a:extLst>
              <a:ext uri="{FF2B5EF4-FFF2-40B4-BE49-F238E27FC236}">
                <a16:creationId xmlns:a16="http://schemas.microsoft.com/office/drawing/2014/main" id="{66A58808-21F9-490F-97B8-130B7E2CAA77}"/>
              </a:ext>
            </a:extLst>
          </p:cNvPr>
          <p:cNvSpPr>
            <a:spLocks noGrp="1"/>
          </p:cNvSpPr>
          <p:nvPr/>
        </p:nvSpPr>
        <p:spPr>
          <a:xfrm>
            <a:off x="1691565" y="2379142"/>
            <a:ext cx="69870" cy="86746"/>
          </a:xfrm>
          <a:prstGeom prst="line">
            <a:avLst/>
          </a:prstGeom>
          <a:noFill/>
          <a:ln w="123825">
            <a:solidFill>
              <a:srgbClr val="078A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KPI 1 GAUGE SEGMENT 11">
            <a:extLst>
              <a:ext uri="{FF2B5EF4-FFF2-40B4-BE49-F238E27FC236}">
                <a16:creationId xmlns:a16="http://schemas.microsoft.com/office/drawing/2014/main" id="{531DCDB3-336C-4102-8E64-519D401B8FB7}"/>
              </a:ext>
            </a:extLst>
          </p:cNvPr>
          <p:cNvSpPr>
            <a:spLocks noGrp="1"/>
          </p:cNvSpPr>
          <p:nvPr/>
        </p:nvSpPr>
        <p:spPr>
          <a:xfrm>
            <a:off x="1774178" y="2502477"/>
            <a:ext cx="45038" cy="101873"/>
          </a:xfrm>
          <a:prstGeom prst="line">
            <a:avLst/>
          </a:prstGeom>
          <a:noFill/>
          <a:ln w="123825">
            <a:solidFill>
              <a:srgbClr val="078A3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KPI 1 GAUGE SEGMENT 12">
            <a:extLst>
              <a:ext uri="{FF2B5EF4-FFF2-40B4-BE49-F238E27FC236}">
                <a16:creationId xmlns:a16="http://schemas.microsoft.com/office/drawing/2014/main" id="{ADB2973F-7BBF-4744-A656-4A58710B69F7}"/>
              </a:ext>
            </a:extLst>
          </p:cNvPr>
          <p:cNvSpPr>
            <a:spLocks noGrp="1"/>
          </p:cNvSpPr>
          <p:nvPr/>
        </p:nvSpPr>
        <p:spPr>
          <a:xfrm>
            <a:off x="1826111" y="2645463"/>
            <a:ext cx="17136" cy="110059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KPI VALUE 1">
            <a:extLst>
              <a:ext uri="{FF2B5EF4-FFF2-40B4-BE49-F238E27FC236}">
                <a16:creationId xmlns:a16="http://schemas.microsoft.com/office/drawing/2014/main" id="{046EC4C4-BF55-4FE7-92B6-A916B5F92733}"/>
              </a:ext>
            </a:extLst>
          </p:cNvPr>
          <p:cNvSpPr>
            <a:spLocks noGrp="1"/>
          </p:cNvSpPr>
          <p:nvPr/>
        </p:nvSpPr>
        <p:spPr>
          <a:xfrm>
            <a:off x="837663" y="2390775"/>
            <a:ext cx="97262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44" name="KPI DETAIL 1">
            <a:extLst>
              <a:ext uri="{FF2B5EF4-FFF2-40B4-BE49-F238E27FC236}">
                <a16:creationId xmlns:a16="http://schemas.microsoft.com/office/drawing/2014/main" id="{F838AB21-28EC-435C-B62B-B00C691F55C8}"/>
              </a:ext>
            </a:extLst>
          </p:cNvPr>
          <p:cNvSpPr>
            <a:spLocks noGrp="1"/>
          </p:cNvSpPr>
          <p:nvPr/>
        </p:nvSpPr>
        <p:spPr>
          <a:xfrm>
            <a:off x="301044" y="2828925"/>
            <a:ext cx="2045863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 of 10 CLSR</a:t>
            </a:r>
          </a:p>
        </p:txBody>
      </p:sp>
      <p:sp>
        <p:nvSpPr>
          <p:cNvPr id="45" name="KPI CARD 2">
            <a:extLst>
              <a:ext uri="{FF2B5EF4-FFF2-40B4-BE49-F238E27FC236}">
                <a16:creationId xmlns:a16="http://schemas.microsoft.com/office/drawing/2014/main" id="{6C3B11D8-A55E-4010-82A3-5D2925BD85D2}"/>
              </a:ext>
            </a:extLst>
          </p:cNvPr>
          <p:cNvSpPr>
            <a:spLocks noGrp="1"/>
          </p:cNvSpPr>
          <p:nvPr/>
        </p:nvSpPr>
        <p:spPr>
          <a:xfrm>
            <a:off x="2609850" y="1762125"/>
            <a:ext cx="2381250" cy="1362075"/>
          </a:xfrm>
          <a:prstGeom prst="roundRect">
            <a:avLst>
              <a:gd name="adj" fmla="val 5594"/>
            </a:avLst>
          </a:prstGeom>
          <a:solidFill>
            <a:srgbClr val="FFFDF5"/>
          </a:solidFill>
          <a:ln w="11430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KPI TITLE 2">
            <a:extLst>
              <a:ext uri="{FF2B5EF4-FFF2-40B4-BE49-F238E27FC236}">
                <a16:creationId xmlns:a16="http://schemas.microsoft.com/office/drawing/2014/main" id="{9D2E3629-884A-4610-8EAA-C9BB9B88D7B1}"/>
              </a:ext>
            </a:extLst>
          </p:cNvPr>
          <p:cNvSpPr>
            <a:spLocks noGrp="1"/>
          </p:cNvSpPr>
          <p:nvPr/>
        </p:nvSpPr>
        <p:spPr>
          <a:xfrm>
            <a:off x="2661616" y="1790700"/>
            <a:ext cx="227771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CCVC</a:t>
            </a:r>
          </a:p>
        </p:txBody>
      </p:sp>
      <p:sp>
        <p:nvSpPr>
          <p:cNvPr id="47" name="KPI 2 GAUGE SEGMENT 1">
            <a:extLst>
              <a:ext uri="{FF2B5EF4-FFF2-40B4-BE49-F238E27FC236}">
                <a16:creationId xmlns:a16="http://schemas.microsoft.com/office/drawing/2014/main" id="{AA941E75-6466-4260-AD00-C592D1596AF0}"/>
              </a:ext>
            </a:extLst>
          </p:cNvPr>
          <p:cNvSpPr>
            <a:spLocks noGrp="1"/>
          </p:cNvSpPr>
          <p:nvPr/>
        </p:nvSpPr>
        <p:spPr>
          <a:xfrm>
            <a:off x="3159162" y="2790825"/>
            <a:ext cx="13556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KPI 2 GAUGE SEGMENT 2">
            <a:extLst>
              <a:ext uri="{FF2B5EF4-FFF2-40B4-BE49-F238E27FC236}">
                <a16:creationId xmlns:a16="http://schemas.microsoft.com/office/drawing/2014/main" id="{CFC10979-6DA1-4BD5-934D-9346031A5337}"/>
              </a:ext>
            </a:extLst>
          </p:cNvPr>
          <p:cNvSpPr>
            <a:spLocks noGrp="1"/>
          </p:cNvSpPr>
          <p:nvPr/>
        </p:nvSpPr>
        <p:spPr>
          <a:xfrm>
            <a:off x="3182431" y="2637979"/>
            <a:ext cx="45655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KPI 2 GAUGE SEGMENT 3">
            <a:extLst>
              <a:ext uri="{FF2B5EF4-FFF2-40B4-BE49-F238E27FC236}">
                <a16:creationId xmlns:a16="http://schemas.microsoft.com/office/drawing/2014/main" id="{4C8BA79F-EB89-49E5-A57A-54E1AA917CE0}"/>
              </a:ext>
            </a:extLst>
          </p:cNvPr>
          <p:cNvSpPr>
            <a:spLocks noGrp="1"/>
          </p:cNvSpPr>
          <p:nvPr/>
        </p:nvSpPr>
        <p:spPr>
          <a:xfrm>
            <a:off x="3247817" y="2495550"/>
            <a:ext cx="74642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KPI 2 GAUGE SEGMENT 4">
            <a:extLst>
              <a:ext uri="{FF2B5EF4-FFF2-40B4-BE49-F238E27FC236}">
                <a16:creationId xmlns:a16="http://schemas.microsoft.com/office/drawing/2014/main" id="{24461B2E-AFFE-4D5B-9915-4091CACAA22C}"/>
              </a:ext>
            </a:extLst>
          </p:cNvPr>
          <p:cNvSpPr>
            <a:spLocks noGrp="1"/>
          </p:cNvSpPr>
          <p:nvPr/>
        </p:nvSpPr>
        <p:spPr>
          <a:xfrm>
            <a:off x="3350866" y="2373243"/>
            <a:ext cx="98543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KPI 2 GAUGE SEGMENT 5">
            <a:extLst>
              <a:ext uri="{FF2B5EF4-FFF2-40B4-BE49-F238E27FC236}">
                <a16:creationId xmlns:a16="http://schemas.microsoft.com/office/drawing/2014/main" id="{99D48E10-1CA6-4D33-8F7F-FC2BF763D379}"/>
              </a:ext>
            </a:extLst>
          </p:cNvPr>
          <p:cNvSpPr>
            <a:spLocks noGrp="1"/>
          </p:cNvSpPr>
          <p:nvPr/>
        </p:nvSpPr>
        <p:spPr>
          <a:xfrm>
            <a:off x="3484556" y="2279394"/>
            <a:ext cx="115728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KPI 2 GAUGE SEGMENT 6">
            <a:extLst>
              <a:ext uri="{FF2B5EF4-FFF2-40B4-BE49-F238E27FC236}">
                <a16:creationId xmlns:a16="http://schemas.microsoft.com/office/drawing/2014/main" id="{EFA6C5E6-44FA-4B41-A083-1D1C3DDB7364}"/>
              </a:ext>
            </a:extLst>
          </p:cNvPr>
          <p:cNvSpPr>
            <a:spLocks noGrp="1"/>
          </p:cNvSpPr>
          <p:nvPr/>
        </p:nvSpPr>
        <p:spPr>
          <a:xfrm>
            <a:off x="3639774" y="2220398"/>
            <a:ext cx="125027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KPI 2 GAUGE SEGMENT 7">
            <a:extLst>
              <a:ext uri="{FF2B5EF4-FFF2-40B4-BE49-F238E27FC236}">
                <a16:creationId xmlns:a16="http://schemas.microsoft.com/office/drawing/2014/main" id="{7539979C-1D47-4221-AEAE-4FCFF6EDBBF6}"/>
              </a:ext>
            </a:extLst>
          </p:cNvPr>
          <p:cNvSpPr>
            <a:spLocks noGrp="1"/>
          </p:cNvSpPr>
          <p:nvPr/>
        </p:nvSpPr>
        <p:spPr>
          <a:xfrm>
            <a:off x="3805945" y="2200275"/>
            <a:ext cx="125805" cy="13556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KPI 2 GAUGE SEGMENT 8">
            <a:extLst>
              <a:ext uri="{FF2B5EF4-FFF2-40B4-BE49-F238E27FC236}">
                <a16:creationId xmlns:a16="http://schemas.microsoft.com/office/drawing/2014/main" id="{1660A53F-9238-4CD4-BE88-397C8F92918E}"/>
              </a:ext>
            </a:extLst>
          </p:cNvPr>
          <p:cNvSpPr>
            <a:spLocks noGrp="1"/>
          </p:cNvSpPr>
          <p:nvPr/>
        </p:nvSpPr>
        <p:spPr>
          <a:xfrm>
            <a:off x="3971743" y="2220398"/>
            <a:ext cx="118010" cy="45655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KPI 2 GAUGE SEGMENT 9">
            <a:extLst>
              <a:ext uri="{FF2B5EF4-FFF2-40B4-BE49-F238E27FC236}">
                <a16:creationId xmlns:a16="http://schemas.microsoft.com/office/drawing/2014/main" id="{CA8B97EB-ED6E-47E0-AD7E-7D4E35A332B4}"/>
              </a:ext>
            </a:extLst>
          </p:cNvPr>
          <p:cNvSpPr>
            <a:spLocks noGrp="1"/>
          </p:cNvSpPr>
          <p:nvPr/>
        </p:nvSpPr>
        <p:spPr>
          <a:xfrm>
            <a:off x="4125868" y="2279394"/>
            <a:ext cx="102173" cy="74642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KPI 2 GAUGE SEGMENT 10">
            <a:extLst>
              <a:ext uri="{FF2B5EF4-FFF2-40B4-BE49-F238E27FC236}">
                <a16:creationId xmlns:a16="http://schemas.microsoft.com/office/drawing/2014/main" id="{884B02C3-74AC-4791-8DA1-1D0264ECF4F3}"/>
              </a:ext>
            </a:extLst>
          </p:cNvPr>
          <p:cNvSpPr>
            <a:spLocks noGrp="1"/>
          </p:cNvSpPr>
          <p:nvPr/>
        </p:nvSpPr>
        <p:spPr>
          <a:xfrm>
            <a:off x="4257819" y="2373243"/>
            <a:ext cx="79372" cy="98543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KPI 2 GAUGE SEGMENT 11">
            <a:extLst>
              <a:ext uri="{FF2B5EF4-FFF2-40B4-BE49-F238E27FC236}">
                <a16:creationId xmlns:a16="http://schemas.microsoft.com/office/drawing/2014/main" id="{7A589E34-4635-410C-83E0-6BB7A04D37B2}"/>
              </a:ext>
            </a:extLst>
          </p:cNvPr>
          <p:cNvSpPr>
            <a:spLocks noGrp="1"/>
          </p:cNvSpPr>
          <p:nvPr/>
        </p:nvSpPr>
        <p:spPr>
          <a:xfrm>
            <a:off x="4358603" y="2495550"/>
            <a:ext cx="51163" cy="115728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KPI 2 GAUGE SEGMENT 12">
            <a:extLst>
              <a:ext uri="{FF2B5EF4-FFF2-40B4-BE49-F238E27FC236}">
                <a16:creationId xmlns:a16="http://schemas.microsoft.com/office/drawing/2014/main" id="{36EEEF7D-2DF8-4547-9F24-66DE15C086B6}"/>
              </a:ext>
            </a:extLst>
          </p:cNvPr>
          <p:cNvSpPr>
            <a:spLocks noGrp="1"/>
          </p:cNvSpPr>
          <p:nvPr/>
        </p:nvSpPr>
        <p:spPr>
          <a:xfrm>
            <a:off x="4421351" y="2637979"/>
            <a:ext cx="19467" cy="125027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KPI VALUE 2">
            <a:extLst>
              <a:ext uri="{FF2B5EF4-FFF2-40B4-BE49-F238E27FC236}">
                <a16:creationId xmlns:a16="http://schemas.microsoft.com/office/drawing/2014/main" id="{47C3C5A3-C9B4-4903-B7F2-3AB387B50D2D}"/>
              </a:ext>
            </a:extLst>
          </p:cNvPr>
          <p:cNvSpPr>
            <a:spLocks noGrp="1"/>
          </p:cNvSpPr>
          <p:nvPr/>
        </p:nvSpPr>
        <p:spPr>
          <a:xfrm>
            <a:off x="3212686" y="2390775"/>
            <a:ext cx="1364808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89.61%</a:t>
            </a:r>
          </a:p>
        </p:txBody>
      </p:sp>
      <p:sp>
        <p:nvSpPr>
          <p:cNvPr id="60" name="KPI DETAIL 2">
            <a:extLst>
              <a:ext uri="{FF2B5EF4-FFF2-40B4-BE49-F238E27FC236}">
                <a16:creationId xmlns:a16="http://schemas.microsoft.com/office/drawing/2014/main" id="{8914779A-4E7E-4516-81BC-E070FAF1CA82}"/>
              </a:ext>
            </a:extLst>
          </p:cNvPr>
          <p:cNvSpPr>
            <a:spLocks noGrp="1"/>
          </p:cNvSpPr>
          <p:nvPr/>
        </p:nvSpPr>
        <p:spPr>
          <a:xfrm>
            <a:off x="2816915" y="2828925"/>
            <a:ext cx="196712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69 of 77</a:t>
            </a:r>
          </a:p>
        </p:txBody>
      </p:sp>
      <p:sp>
        <p:nvSpPr>
          <p:cNvPr id="61" name="KPI CARD 3">
            <a:extLst>
              <a:ext uri="{FF2B5EF4-FFF2-40B4-BE49-F238E27FC236}">
                <a16:creationId xmlns:a16="http://schemas.microsoft.com/office/drawing/2014/main" id="{BA8B8E51-58AD-4DE8-86C9-D577F1A68308}"/>
              </a:ext>
            </a:extLst>
          </p:cNvPr>
          <p:cNvSpPr>
            <a:spLocks noGrp="1"/>
          </p:cNvSpPr>
          <p:nvPr/>
        </p:nvSpPr>
        <p:spPr>
          <a:xfrm>
            <a:off x="7562850" y="1762125"/>
            <a:ext cx="3238500" cy="1362075"/>
          </a:xfrm>
          <a:prstGeom prst="roundRect">
            <a:avLst>
              <a:gd name="adj" fmla="val 5594"/>
            </a:avLst>
          </a:prstGeom>
          <a:solidFill>
            <a:srgbClr val="F6FBFF"/>
          </a:solidFill>
          <a:ln w="11430">
            <a:solidFill>
              <a:srgbClr val="E106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KPI TITLE 3">
            <a:extLst>
              <a:ext uri="{FF2B5EF4-FFF2-40B4-BE49-F238E27FC236}">
                <a16:creationId xmlns:a16="http://schemas.microsoft.com/office/drawing/2014/main" id="{28DEE28C-BF11-4240-AAC2-5C3EB6DC72CD}"/>
              </a:ext>
            </a:extLst>
          </p:cNvPr>
          <p:cNvSpPr>
            <a:spLocks noGrp="1"/>
          </p:cNvSpPr>
          <p:nvPr/>
        </p:nvSpPr>
        <p:spPr>
          <a:xfrm>
            <a:off x="7603230" y="1790700"/>
            <a:ext cx="315773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500" b="1">
                <a:solidFill>
                  <a:srgbClr val="082C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C68"/>
                </a:solidFill>
                <a:latin typeface="Arial"/>
                <a:ea typeface="Arial"/>
                <a:cs typeface="Arial"/>
              </a:rPr>
              <a:t>Regional 4 Conformance Score</a:t>
            </a:r>
          </a:p>
        </p:txBody>
      </p:sp>
      <p:sp>
        <p:nvSpPr>
          <p:cNvPr id="63" name="KPI 3 GAUGE SEGMENT 1">
            <a:extLst>
              <a:ext uri="{FF2B5EF4-FFF2-40B4-BE49-F238E27FC236}">
                <a16:creationId xmlns:a16="http://schemas.microsoft.com/office/drawing/2014/main" id="{48870356-34FD-403B-A6F6-FB45C9340F9A}"/>
              </a:ext>
            </a:extLst>
          </p:cNvPr>
          <p:cNvSpPr>
            <a:spLocks noGrp="1"/>
          </p:cNvSpPr>
          <p:nvPr/>
        </p:nvSpPr>
        <p:spPr>
          <a:xfrm>
            <a:off x="8649080" y="2780639"/>
            <a:ext cx="12235" cy="0"/>
          </a:xfrm>
          <a:prstGeom prst="line">
            <a:avLst/>
          </a:prstGeom>
          <a:noFill/>
          <a:ln w="123825">
            <a:solidFill>
              <a:srgbClr val="E106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KPI 3 GAUGE SEGMENT 2">
            <a:extLst>
              <a:ext uri="{FF2B5EF4-FFF2-40B4-BE49-F238E27FC236}">
                <a16:creationId xmlns:a16="http://schemas.microsoft.com/office/drawing/2014/main" id="{3B0672B0-2F30-4528-AB93-33179180375C}"/>
              </a:ext>
            </a:extLst>
          </p:cNvPr>
          <p:cNvSpPr>
            <a:spLocks noGrp="1"/>
          </p:cNvSpPr>
          <p:nvPr/>
        </p:nvSpPr>
        <p:spPr>
          <a:xfrm>
            <a:off x="8667242" y="2618563"/>
            <a:ext cx="41207" cy="0"/>
          </a:xfrm>
          <a:prstGeom prst="line">
            <a:avLst/>
          </a:prstGeom>
          <a:noFill/>
          <a:ln w="123825">
            <a:solidFill>
              <a:srgbClr val="E106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KPI 3 GAUGE SEGMENT 3">
            <a:extLst>
              <a:ext uri="{FF2B5EF4-FFF2-40B4-BE49-F238E27FC236}">
                <a16:creationId xmlns:a16="http://schemas.microsoft.com/office/drawing/2014/main" id="{3B73E800-2907-4421-A93B-A1BFD426FE89}"/>
              </a:ext>
            </a:extLst>
          </p:cNvPr>
          <p:cNvSpPr>
            <a:spLocks noGrp="1"/>
          </p:cNvSpPr>
          <p:nvPr/>
        </p:nvSpPr>
        <p:spPr>
          <a:xfrm>
            <a:off x="8720491" y="2468227"/>
            <a:ext cx="67371" cy="0"/>
          </a:xfrm>
          <a:prstGeom prst="line">
            <a:avLst/>
          </a:prstGeom>
          <a:noFill/>
          <a:ln w="123825">
            <a:solidFill>
              <a:srgbClr val="E106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KPI 3 GAUGE SEGMENT 4">
            <a:extLst>
              <a:ext uri="{FF2B5EF4-FFF2-40B4-BE49-F238E27FC236}">
                <a16:creationId xmlns:a16="http://schemas.microsoft.com/office/drawing/2014/main" id="{F7B3A81E-F8F9-44AA-A7E8-67198BB1FD1E}"/>
              </a:ext>
            </a:extLst>
          </p:cNvPr>
          <p:cNvSpPr>
            <a:spLocks noGrp="1"/>
          </p:cNvSpPr>
          <p:nvPr/>
        </p:nvSpPr>
        <p:spPr>
          <a:xfrm>
            <a:off x="8805198" y="2339875"/>
            <a:ext cx="88943" cy="0"/>
          </a:xfrm>
          <a:prstGeom prst="line">
            <a:avLst/>
          </a:prstGeom>
          <a:noFill/>
          <a:ln w="123825">
            <a:solidFill>
              <a:srgbClr val="E106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KPI 3 GAUGE SEGMENT 5">
            <a:extLst>
              <a:ext uri="{FF2B5EF4-FFF2-40B4-BE49-F238E27FC236}">
                <a16:creationId xmlns:a16="http://schemas.microsoft.com/office/drawing/2014/main" id="{BBA604C9-D2E8-4D3C-9701-94D1D4E3677F}"/>
              </a:ext>
            </a:extLst>
          </p:cNvPr>
          <p:cNvSpPr>
            <a:spLocks noGrp="1"/>
          </p:cNvSpPr>
          <p:nvPr/>
        </p:nvSpPr>
        <p:spPr>
          <a:xfrm>
            <a:off x="8915590" y="2242255"/>
            <a:ext cx="104455" cy="0"/>
          </a:xfrm>
          <a:prstGeom prst="line">
            <a:avLst/>
          </a:prstGeom>
          <a:noFill/>
          <a:ln w="123825">
            <a:solidFill>
              <a:srgbClr val="E106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KPI 3 GAUGE SEGMENT 6">
            <a:extLst>
              <a:ext uri="{FF2B5EF4-FFF2-40B4-BE49-F238E27FC236}">
                <a16:creationId xmlns:a16="http://schemas.microsoft.com/office/drawing/2014/main" id="{1CF61926-0429-4BF0-A3DA-C1BCA2B6AC6B}"/>
              </a:ext>
            </a:extLst>
          </p:cNvPr>
          <p:cNvSpPr>
            <a:spLocks noGrp="1"/>
          </p:cNvSpPr>
          <p:nvPr/>
        </p:nvSpPr>
        <p:spPr>
          <a:xfrm>
            <a:off x="9044144" y="2182020"/>
            <a:ext cx="112847" cy="0"/>
          </a:xfrm>
          <a:prstGeom prst="line">
            <a:avLst/>
          </a:prstGeom>
          <a:noFill/>
          <a:ln w="123825">
            <a:solidFill>
              <a:srgbClr val="E106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KPI 3 GAUGE SEGMENT 7">
            <a:extLst>
              <a:ext uri="{FF2B5EF4-FFF2-40B4-BE49-F238E27FC236}">
                <a16:creationId xmlns:a16="http://schemas.microsoft.com/office/drawing/2014/main" id="{8CC0E42C-120E-43E4-A7AC-D384E852E62A}"/>
              </a:ext>
            </a:extLst>
          </p:cNvPr>
          <p:cNvSpPr>
            <a:spLocks noGrp="1"/>
          </p:cNvSpPr>
          <p:nvPr/>
        </p:nvSpPr>
        <p:spPr>
          <a:xfrm>
            <a:off x="9182100" y="2163273"/>
            <a:ext cx="113550" cy="12235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KPI 3 GAUGE SEGMENT 8">
            <a:extLst>
              <a:ext uri="{FF2B5EF4-FFF2-40B4-BE49-F238E27FC236}">
                <a16:creationId xmlns:a16="http://schemas.microsoft.com/office/drawing/2014/main" id="{505818F5-F6E4-48EF-9642-FDFE4BE693D0}"/>
              </a:ext>
            </a:extLst>
          </p:cNvPr>
          <p:cNvSpPr>
            <a:spLocks noGrp="1"/>
          </p:cNvSpPr>
          <p:nvPr/>
        </p:nvSpPr>
        <p:spPr>
          <a:xfrm>
            <a:off x="9320056" y="2187293"/>
            <a:ext cx="106513" cy="41207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KPI 3 GAUGE SEGMENT 9">
            <a:extLst>
              <a:ext uri="{FF2B5EF4-FFF2-40B4-BE49-F238E27FC236}">
                <a16:creationId xmlns:a16="http://schemas.microsoft.com/office/drawing/2014/main" id="{9B1E2D52-D57C-4E15-80C1-7C6D14B3FAE8}"/>
              </a:ext>
            </a:extLst>
          </p:cNvPr>
          <p:cNvSpPr>
            <a:spLocks noGrp="1"/>
          </p:cNvSpPr>
          <p:nvPr/>
        </p:nvSpPr>
        <p:spPr>
          <a:xfrm>
            <a:off x="9448610" y="2252442"/>
            <a:ext cx="92219" cy="67371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KPI 3 GAUGE SEGMENT 10">
            <a:extLst>
              <a:ext uri="{FF2B5EF4-FFF2-40B4-BE49-F238E27FC236}">
                <a16:creationId xmlns:a16="http://schemas.microsoft.com/office/drawing/2014/main" id="{446BD73D-76AE-478C-A4C0-6523403417C0}"/>
              </a:ext>
            </a:extLst>
          </p:cNvPr>
          <p:cNvSpPr>
            <a:spLocks noGrp="1"/>
          </p:cNvSpPr>
          <p:nvPr/>
        </p:nvSpPr>
        <p:spPr>
          <a:xfrm>
            <a:off x="9559002" y="2354281"/>
            <a:ext cx="71640" cy="88943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KPI 3 GAUGE SEGMENT 11">
            <a:extLst>
              <a:ext uri="{FF2B5EF4-FFF2-40B4-BE49-F238E27FC236}">
                <a16:creationId xmlns:a16="http://schemas.microsoft.com/office/drawing/2014/main" id="{8E9BDF66-A265-4FA7-88A4-ACC1176545F7}"/>
              </a:ext>
            </a:extLst>
          </p:cNvPr>
          <p:cNvSpPr>
            <a:spLocks noGrp="1"/>
          </p:cNvSpPr>
          <p:nvPr/>
        </p:nvSpPr>
        <p:spPr>
          <a:xfrm>
            <a:off x="9643709" y="2485870"/>
            <a:ext cx="46179" cy="104455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KPI 3 GAUGE SEGMENT 12">
            <a:extLst>
              <a:ext uri="{FF2B5EF4-FFF2-40B4-BE49-F238E27FC236}">
                <a16:creationId xmlns:a16="http://schemas.microsoft.com/office/drawing/2014/main" id="{81882D63-15A0-49DA-85D5-D6252F2C5CF7}"/>
              </a:ext>
            </a:extLst>
          </p:cNvPr>
          <p:cNvSpPr>
            <a:spLocks noGrp="1"/>
          </p:cNvSpPr>
          <p:nvPr/>
        </p:nvSpPr>
        <p:spPr>
          <a:xfrm>
            <a:off x="9696958" y="2638241"/>
            <a:ext cx="17571" cy="112847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KPI VALUE 3">
            <a:extLst>
              <a:ext uri="{FF2B5EF4-FFF2-40B4-BE49-F238E27FC236}">
                <a16:creationId xmlns:a16="http://schemas.microsoft.com/office/drawing/2014/main" id="{0B20E547-D3D0-4F5E-B5CF-88DC4DD6C476}"/>
              </a:ext>
            </a:extLst>
          </p:cNvPr>
          <p:cNvSpPr>
            <a:spLocks noGrp="1"/>
          </p:cNvSpPr>
          <p:nvPr/>
        </p:nvSpPr>
        <p:spPr>
          <a:xfrm>
            <a:off x="8434070" y="2390775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1"/>
              <a:t>56.99%</a:t>
            </a:r>
          </a:p>
        </p:txBody>
      </p:sp>
      <p:sp>
        <p:nvSpPr>
          <p:cNvPr id="76" name="ZONE SCORES CARD">
            <a:extLst>
              <a:ext uri="{FF2B5EF4-FFF2-40B4-BE49-F238E27FC236}">
                <a16:creationId xmlns:a16="http://schemas.microsoft.com/office/drawing/2014/main" id="{6FCD87F8-438E-4114-8041-C737E7A2D3A2}"/>
              </a:ext>
            </a:extLst>
          </p:cNvPr>
          <p:cNvSpPr>
            <a:spLocks noGrp="1"/>
          </p:cNvSpPr>
          <p:nvPr/>
        </p:nvSpPr>
        <p:spPr>
          <a:xfrm>
            <a:off x="10940142" y="1856466"/>
            <a:ext cx="6305550" cy="1362075"/>
          </a:xfrm>
          <a:prstGeom prst="roundRect">
            <a:avLst>
              <a:gd name="adj" fmla="val 5594"/>
            </a:avLst>
          </a:prstGeom>
          <a:solidFill>
            <a:srgbClr val="F6FBFF"/>
          </a:solidFill>
          <a:ln w="11430">
            <a:solidFill>
              <a:srgbClr val="1683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ZONE SCORES TITLE">
            <a:extLst>
              <a:ext uri="{FF2B5EF4-FFF2-40B4-BE49-F238E27FC236}">
                <a16:creationId xmlns:a16="http://schemas.microsoft.com/office/drawing/2014/main" id="{FB4326AB-2A7A-4ABB-8471-4E31C7FF7598}"/>
              </a:ext>
            </a:extLst>
          </p:cNvPr>
          <p:cNvSpPr>
            <a:spLocks noGrp="1"/>
          </p:cNvSpPr>
          <p:nvPr/>
        </p:nvSpPr>
        <p:spPr>
          <a:xfrm>
            <a:off x="10987491" y="1781175"/>
            <a:ext cx="613513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500" b="1">
                <a:solidFill>
                  <a:srgbClr val="082C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C68"/>
                </a:solidFill>
                <a:latin typeface="Arial"/>
                <a:ea typeface="Arial"/>
                <a:cs typeface="Arial"/>
              </a:rPr>
              <a:t>Zone scores</a:t>
            </a:r>
          </a:p>
        </p:txBody>
      </p:sp>
      <p:sp>
        <p:nvSpPr>
          <p:cNvPr id="78" name="ZONE Z11 LABEL">
            <a:extLst>
              <a:ext uri="{FF2B5EF4-FFF2-40B4-BE49-F238E27FC236}">
                <a16:creationId xmlns:a16="http://schemas.microsoft.com/office/drawing/2014/main" id="{6B0ECBAC-6AFE-4975-883F-9FD0C89A9EE6}"/>
              </a:ext>
            </a:extLst>
          </p:cNvPr>
          <p:cNvSpPr>
            <a:spLocks noGrp="1"/>
          </p:cNvSpPr>
          <p:nvPr/>
        </p:nvSpPr>
        <p:spPr>
          <a:xfrm>
            <a:off x="11032936" y="2095500"/>
            <a:ext cx="136336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Z11</a:t>
            </a:r>
          </a:p>
        </p:txBody>
      </p:sp>
      <p:sp>
        <p:nvSpPr>
          <p:cNvPr id="79" name="ZONE Z11 GAUGE SEGMENT 1">
            <a:extLst>
              <a:ext uri="{FF2B5EF4-FFF2-40B4-BE49-F238E27FC236}">
                <a16:creationId xmlns:a16="http://schemas.microsoft.com/office/drawing/2014/main" id="{78873EC3-D977-4A0D-9CC1-1FF8E46F47B7}"/>
              </a:ext>
            </a:extLst>
          </p:cNvPr>
          <p:cNvSpPr>
            <a:spLocks noGrp="1"/>
          </p:cNvSpPr>
          <p:nvPr/>
        </p:nvSpPr>
        <p:spPr>
          <a:xfrm>
            <a:off x="11261006" y="2847975"/>
            <a:ext cx="8746" cy="0"/>
          </a:xfrm>
          <a:prstGeom prst="line">
            <a:avLst/>
          </a:prstGeom>
          <a:noFill/>
          <a:ln w="123825">
            <a:solidFill>
              <a:srgbClr val="E106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ZONE Z11 GAUGE SEGMENT 2">
            <a:extLst>
              <a:ext uri="{FF2B5EF4-FFF2-40B4-BE49-F238E27FC236}">
                <a16:creationId xmlns:a16="http://schemas.microsoft.com/office/drawing/2014/main" id="{B129DCB6-7E5F-4638-B4B7-9F34E9AB58CE}"/>
              </a:ext>
            </a:extLst>
          </p:cNvPr>
          <p:cNvSpPr>
            <a:spLocks noGrp="1"/>
          </p:cNvSpPr>
          <p:nvPr/>
        </p:nvSpPr>
        <p:spPr>
          <a:xfrm>
            <a:off x="11278487" y="2749365"/>
            <a:ext cx="29455" cy="0"/>
          </a:xfrm>
          <a:prstGeom prst="line">
            <a:avLst/>
          </a:prstGeom>
          <a:noFill/>
          <a:ln w="123825">
            <a:solidFill>
              <a:srgbClr val="E106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ZONE Z11 GAUGE SEGMENT 3">
            <a:extLst>
              <a:ext uri="{FF2B5EF4-FFF2-40B4-BE49-F238E27FC236}">
                <a16:creationId xmlns:a16="http://schemas.microsoft.com/office/drawing/2014/main" id="{CE72E02A-E17D-4174-B32A-B6227740779C}"/>
              </a:ext>
            </a:extLst>
          </p:cNvPr>
          <p:cNvSpPr>
            <a:spLocks noGrp="1"/>
          </p:cNvSpPr>
          <p:nvPr/>
        </p:nvSpPr>
        <p:spPr>
          <a:xfrm>
            <a:off x="11325690" y="2657475"/>
            <a:ext cx="48156" cy="0"/>
          </a:xfrm>
          <a:prstGeom prst="line">
            <a:avLst/>
          </a:prstGeom>
          <a:noFill/>
          <a:ln w="123825">
            <a:solidFill>
              <a:srgbClr val="E106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ZONE Z11 GAUGE SEGMENT 4">
            <a:extLst>
              <a:ext uri="{FF2B5EF4-FFF2-40B4-BE49-F238E27FC236}">
                <a16:creationId xmlns:a16="http://schemas.microsoft.com/office/drawing/2014/main" id="{18CB1E7B-20DC-41C6-8ACF-E14ED483B968}"/>
              </a:ext>
            </a:extLst>
          </p:cNvPr>
          <p:cNvSpPr>
            <a:spLocks noGrp="1"/>
          </p:cNvSpPr>
          <p:nvPr/>
        </p:nvSpPr>
        <p:spPr>
          <a:xfrm>
            <a:off x="11399398" y="2578567"/>
            <a:ext cx="63576" cy="0"/>
          </a:xfrm>
          <a:prstGeom prst="line">
            <a:avLst/>
          </a:prstGeom>
          <a:noFill/>
          <a:ln w="123825">
            <a:solidFill>
              <a:srgbClr val="E106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ZONE Z11 GAUGE SEGMENT 5">
            <a:extLst>
              <a:ext uri="{FF2B5EF4-FFF2-40B4-BE49-F238E27FC236}">
                <a16:creationId xmlns:a16="http://schemas.microsoft.com/office/drawing/2014/main" id="{3B5416EA-4465-42BE-B231-676DDA4D37BE}"/>
              </a:ext>
            </a:extLst>
          </p:cNvPr>
          <p:cNvSpPr>
            <a:spLocks noGrp="1"/>
          </p:cNvSpPr>
          <p:nvPr/>
        </p:nvSpPr>
        <p:spPr>
          <a:xfrm>
            <a:off x="11494588" y="2518019"/>
            <a:ext cx="74663" cy="0"/>
          </a:xfrm>
          <a:prstGeom prst="line">
            <a:avLst/>
          </a:prstGeom>
          <a:noFill/>
          <a:ln w="123825">
            <a:solidFill>
              <a:srgbClr val="E106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ZONE Z11 GAUGE SEGMENT 6">
            <a:extLst>
              <a:ext uri="{FF2B5EF4-FFF2-40B4-BE49-F238E27FC236}">
                <a16:creationId xmlns:a16="http://schemas.microsoft.com/office/drawing/2014/main" id="{43BE353F-6B16-4CD8-AA72-C10FBF61F755}"/>
              </a:ext>
            </a:extLst>
          </p:cNvPr>
          <p:cNvSpPr>
            <a:spLocks noGrp="1"/>
          </p:cNvSpPr>
          <p:nvPr/>
        </p:nvSpPr>
        <p:spPr>
          <a:xfrm>
            <a:off x="11604772" y="2479957"/>
            <a:ext cx="80662" cy="0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ZONE Z11 GAUGE SEGMENT 7">
            <a:extLst>
              <a:ext uri="{FF2B5EF4-FFF2-40B4-BE49-F238E27FC236}">
                <a16:creationId xmlns:a16="http://schemas.microsoft.com/office/drawing/2014/main" id="{5E130CB6-88C5-438C-B259-49A4A0DCB5E0}"/>
              </a:ext>
            </a:extLst>
          </p:cNvPr>
          <p:cNvSpPr>
            <a:spLocks noGrp="1"/>
          </p:cNvSpPr>
          <p:nvPr/>
        </p:nvSpPr>
        <p:spPr>
          <a:xfrm>
            <a:off x="11722441" y="2466975"/>
            <a:ext cx="81165" cy="8746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ZONE Z11 GAUGE SEGMENT 8">
            <a:extLst>
              <a:ext uri="{FF2B5EF4-FFF2-40B4-BE49-F238E27FC236}">
                <a16:creationId xmlns:a16="http://schemas.microsoft.com/office/drawing/2014/main" id="{A0E3A181-CF74-454C-B2F5-677A62207E09}"/>
              </a:ext>
            </a:extLst>
          </p:cNvPr>
          <p:cNvSpPr>
            <a:spLocks noGrp="1"/>
          </p:cNvSpPr>
          <p:nvPr/>
        </p:nvSpPr>
        <p:spPr>
          <a:xfrm>
            <a:off x="11839578" y="2479957"/>
            <a:ext cx="76135" cy="29455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ZONE Z11 GAUGE SEGMENT 9">
            <a:extLst>
              <a:ext uri="{FF2B5EF4-FFF2-40B4-BE49-F238E27FC236}">
                <a16:creationId xmlns:a16="http://schemas.microsoft.com/office/drawing/2014/main" id="{C9435291-143D-432D-9B06-2C3906607CE3}"/>
              </a:ext>
            </a:extLst>
          </p:cNvPr>
          <p:cNvSpPr>
            <a:spLocks noGrp="1"/>
          </p:cNvSpPr>
          <p:nvPr/>
        </p:nvSpPr>
        <p:spPr>
          <a:xfrm>
            <a:off x="11948199" y="2518019"/>
            <a:ext cx="65918" cy="48156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ZONE Z11 GAUGE SEGMENT 10">
            <a:extLst>
              <a:ext uri="{FF2B5EF4-FFF2-40B4-BE49-F238E27FC236}">
                <a16:creationId xmlns:a16="http://schemas.microsoft.com/office/drawing/2014/main" id="{9DDC110C-05F3-489F-BEF5-AB5A15CB2368}"/>
              </a:ext>
            </a:extLst>
          </p:cNvPr>
          <p:cNvSpPr>
            <a:spLocks noGrp="1"/>
          </p:cNvSpPr>
          <p:nvPr/>
        </p:nvSpPr>
        <p:spPr>
          <a:xfrm>
            <a:off x="12040901" y="2578567"/>
            <a:ext cx="51208" cy="63576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ZONE Z11 GAUGE SEGMENT 11">
            <a:extLst>
              <a:ext uri="{FF2B5EF4-FFF2-40B4-BE49-F238E27FC236}">
                <a16:creationId xmlns:a16="http://schemas.microsoft.com/office/drawing/2014/main" id="{B0BD420C-1A13-4764-9880-C1B993E2B751}"/>
              </a:ext>
            </a:extLst>
          </p:cNvPr>
          <p:cNvSpPr>
            <a:spLocks noGrp="1"/>
          </p:cNvSpPr>
          <p:nvPr/>
        </p:nvSpPr>
        <p:spPr>
          <a:xfrm>
            <a:off x="12111368" y="2657475"/>
            <a:ext cx="33008" cy="74663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ZONE Z11 GAUGE SEGMENT 12">
            <a:extLst>
              <a:ext uri="{FF2B5EF4-FFF2-40B4-BE49-F238E27FC236}">
                <a16:creationId xmlns:a16="http://schemas.microsoft.com/office/drawing/2014/main" id="{2C7F4C6A-BDB6-4D60-94B6-3F1A6FE1D682}"/>
              </a:ext>
            </a:extLst>
          </p:cNvPr>
          <p:cNvSpPr>
            <a:spLocks noGrp="1"/>
          </p:cNvSpPr>
          <p:nvPr/>
        </p:nvSpPr>
        <p:spPr>
          <a:xfrm>
            <a:off x="12154797" y="2749365"/>
            <a:ext cx="12559" cy="80662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ZONE Z11 VALUE">
            <a:extLst>
              <a:ext uri="{FF2B5EF4-FFF2-40B4-BE49-F238E27FC236}">
                <a16:creationId xmlns:a16="http://schemas.microsoft.com/office/drawing/2014/main" id="{52EFA062-D86B-44D2-BED7-6E8670E48592}"/>
              </a:ext>
            </a:extLst>
          </p:cNvPr>
          <p:cNvSpPr>
            <a:spLocks noGrp="1"/>
          </p:cNvSpPr>
          <p:nvPr/>
        </p:nvSpPr>
        <p:spPr>
          <a:xfrm>
            <a:off x="11269621" y="2551791"/>
            <a:ext cx="977076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2100" b="1">
                <a:solidFill>
                  <a:srgbClr val="E10600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10600"/>
                </a:solidFill>
                <a:latin typeface="Arial"/>
                <a:ea typeface="Arial"/>
                <a:cs typeface="Arial"/>
              </a:rPr>
              <a:t>53%</a:t>
            </a:r>
          </a:p>
        </p:txBody>
      </p:sp>
      <p:sp>
        <p:nvSpPr>
          <p:cNvPr id="92" name="Straight Connector 91">
            <a:extLst>
              <a:ext uri="{FF2B5EF4-FFF2-40B4-BE49-F238E27FC236}">
                <a16:creationId xmlns:a16="http://schemas.microsoft.com/office/drawing/2014/main" id="{39FC892F-B7F9-4C6B-A17A-62A5B6BF95DE}"/>
              </a:ext>
            </a:extLst>
          </p:cNvPr>
          <p:cNvSpPr>
            <a:spLocks noGrp="1"/>
          </p:cNvSpPr>
          <p:nvPr/>
        </p:nvSpPr>
        <p:spPr>
          <a:xfrm>
            <a:off x="12475828" y="2114550"/>
            <a:ext cx="0" cy="876300"/>
          </a:xfrm>
          <a:prstGeom prst="line">
            <a:avLst/>
          </a:prstGeom>
          <a:noFill/>
          <a:ln w="9525">
            <a:solidFill>
              <a:srgbClr val="8799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ZONE Z12 LABEL">
            <a:extLst>
              <a:ext uri="{FF2B5EF4-FFF2-40B4-BE49-F238E27FC236}">
                <a16:creationId xmlns:a16="http://schemas.microsoft.com/office/drawing/2014/main" id="{B6864CE4-CF36-469B-80FA-D323FCF98D34}"/>
              </a:ext>
            </a:extLst>
          </p:cNvPr>
          <p:cNvSpPr>
            <a:spLocks noGrp="1"/>
          </p:cNvSpPr>
          <p:nvPr/>
        </p:nvSpPr>
        <p:spPr>
          <a:xfrm>
            <a:off x="12566719" y="2095500"/>
            <a:ext cx="136336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Z12</a:t>
            </a:r>
          </a:p>
        </p:txBody>
      </p:sp>
      <p:sp>
        <p:nvSpPr>
          <p:cNvPr id="94" name="ZONE Z12 GAUGE SEGMENT 1">
            <a:extLst>
              <a:ext uri="{FF2B5EF4-FFF2-40B4-BE49-F238E27FC236}">
                <a16:creationId xmlns:a16="http://schemas.microsoft.com/office/drawing/2014/main" id="{896CD41C-6E59-4AD9-8E8D-7ACC32C54C61}"/>
              </a:ext>
            </a:extLst>
          </p:cNvPr>
          <p:cNvSpPr>
            <a:spLocks noGrp="1"/>
          </p:cNvSpPr>
          <p:nvPr/>
        </p:nvSpPr>
        <p:spPr>
          <a:xfrm>
            <a:off x="12794789" y="2847975"/>
            <a:ext cx="8746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ZONE Z12 GAUGE SEGMENT 2">
            <a:extLst>
              <a:ext uri="{FF2B5EF4-FFF2-40B4-BE49-F238E27FC236}">
                <a16:creationId xmlns:a16="http://schemas.microsoft.com/office/drawing/2014/main" id="{811682DA-4C4B-4CBA-9108-E9152077A7D1}"/>
              </a:ext>
            </a:extLst>
          </p:cNvPr>
          <p:cNvSpPr>
            <a:spLocks noGrp="1"/>
          </p:cNvSpPr>
          <p:nvPr/>
        </p:nvSpPr>
        <p:spPr>
          <a:xfrm>
            <a:off x="12812270" y="2749365"/>
            <a:ext cx="29455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ZONE Z12 GAUGE SEGMENT 3">
            <a:extLst>
              <a:ext uri="{FF2B5EF4-FFF2-40B4-BE49-F238E27FC236}">
                <a16:creationId xmlns:a16="http://schemas.microsoft.com/office/drawing/2014/main" id="{FBED2F54-228D-410A-A8F6-90535708CB61}"/>
              </a:ext>
            </a:extLst>
          </p:cNvPr>
          <p:cNvSpPr>
            <a:spLocks noGrp="1"/>
          </p:cNvSpPr>
          <p:nvPr/>
        </p:nvSpPr>
        <p:spPr>
          <a:xfrm>
            <a:off x="12859473" y="2657475"/>
            <a:ext cx="48156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ZONE Z12 GAUGE SEGMENT 4">
            <a:extLst>
              <a:ext uri="{FF2B5EF4-FFF2-40B4-BE49-F238E27FC236}">
                <a16:creationId xmlns:a16="http://schemas.microsoft.com/office/drawing/2014/main" id="{E9C50A62-FAEB-42DA-8561-35A42D35E839}"/>
              </a:ext>
            </a:extLst>
          </p:cNvPr>
          <p:cNvSpPr>
            <a:spLocks noGrp="1"/>
          </p:cNvSpPr>
          <p:nvPr/>
        </p:nvSpPr>
        <p:spPr>
          <a:xfrm>
            <a:off x="12933180" y="2578567"/>
            <a:ext cx="63576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ZONE Z12 GAUGE SEGMENT 5">
            <a:extLst>
              <a:ext uri="{FF2B5EF4-FFF2-40B4-BE49-F238E27FC236}">
                <a16:creationId xmlns:a16="http://schemas.microsoft.com/office/drawing/2014/main" id="{F7304A18-F7BD-4344-B6E2-91243605BA05}"/>
              </a:ext>
            </a:extLst>
          </p:cNvPr>
          <p:cNvSpPr>
            <a:spLocks noGrp="1"/>
          </p:cNvSpPr>
          <p:nvPr/>
        </p:nvSpPr>
        <p:spPr>
          <a:xfrm>
            <a:off x="13028370" y="2518019"/>
            <a:ext cx="74663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ZONE Z12 GAUGE SEGMENT 6">
            <a:extLst>
              <a:ext uri="{FF2B5EF4-FFF2-40B4-BE49-F238E27FC236}">
                <a16:creationId xmlns:a16="http://schemas.microsoft.com/office/drawing/2014/main" id="{E6776064-4412-4DB0-9273-E78D0DBB35A2}"/>
              </a:ext>
            </a:extLst>
          </p:cNvPr>
          <p:cNvSpPr>
            <a:spLocks noGrp="1"/>
          </p:cNvSpPr>
          <p:nvPr/>
        </p:nvSpPr>
        <p:spPr>
          <a:xfrm>
            <a:off x="13138554" y="2479957"/>
            <a:ext cx="80662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ZONE Z12 GAUGE SEGMENT 7">
            <a:extLst>
              <a:ext uri="{FF2B5EF4-FFF2-40B4-BE49-F238E27FC236}">
                <a16:creationId xmlns:a16="http://schemas.microsoft.com/office/drawing/2014/main" id="{40DC96C9-1C72-4C75-8490-8CE53E81BCC2}"/>
              </a:ext>
            </a:extLst>
          </p:cNvPr>
          <p:cNvSpPr>
            <a:spLocks noGrp="1"/>
          </p:cNvSpPr>
          <p:nvPr/>
        </p:nvSpPr>
        <p:spPr>
          <a:xfrm>
            <a:off x="13256224" y="2466975"/>
            <a:ext cx="81165" cy="8746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ZONE Z12 GAUGE SEGMENT 8">
            <a:extLst>
              <a:ext uri="{FF2B5EF4-FFF2-40B4-BE49-F238E27FC236}">
                <a16:creationId xmlns:a16="http://schemas.microsoft.com/office/drawing/2014/main" id="{320F4156-B2D1-420A-8E0F-46391FF7704A}"/>
              </a:ext>
            </a:extLst>
          </p:cNvPr>
          <p:cNvSpPr>
            <a:spLocks noGrp="1"/>
          </p:cNvSpPr>
          <p:nvPr/>
        </p:nvSpPr>
        <p:spPr>
          <a:xfrm>
            <a:off x="13373360" y="2479957"/>
            <a:ext cx="76135" cy="29455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ZONE Z12 GAUGE SEGMENT 9">
            <a:extLst>
              <a:ext uri="{FF2B5EF4-FFF2-40B4-BE49-F238E27FC236}">
                <a16:creationId xmlns:a16="http://schemas.microsoft.com/office/drawing/2014/main" id="{1A30B713-613B-465E-B0AF-C5645E79A495}"/>
              </a:ext>
            </a:extLst>
          </p:cNvPr>
          <p:cNvSpPr>
            <a:spLocks noGrp="1"/>
          </p:cNvSpPr>
          <p:nvPr/>
        </p:nvSpPr>
        <p:spPr>
          <a:xfrm>
            <a:off x="13481981" y="2518019"/>
            <a:ext cx="65918" cy="48156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ZONE Z12 GAUGE SEGMENT 10">
            <a:extLst>
              <a:ext uri="{FF2B5EF4-FFF2-40B4-BE49-F238E27FC236}">
                <a16:creationId xmlns:a16="http://schemas.microsoft.com/office/drawing/2014/main" id="{6E91BE46-19C2-4F34-9994-6E2024598C3B}"/>
              </a:ext>
            </a:extLst>
          </p:cNvPr>
          <p:cNvSpPr>
            <a:spLocks noGrp="1"/>
          </p:cNvSpPr>
          <p:nvPr/>
        </p:nvSpPr>
        <p:spPr>
          <a:xfrm>
            <a:off x="13574684" y="2578567"/>
            <a:ext cx="51208" cy="63576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ZONE Z12 GAUGE SEGMENT 11">
            <a:extLst>
              <a:ext uri="{FF2B5EF4-FFF2-40B4-BE49-F238E27FC236}">
                <a16:creationId xmlns:a16="http://schemas.microsoft.com/office/drawing/2014/main" id="{0139AE46-777F-4A00-ABD4-951510047995}"/>
              </a:ext>
            </a:extLst>
          </p:cNvPr>
          <p:cNvSpPr>
            <a:spLocks noGrp="1"/>
          </p:cNvSpPr>
          <p:nvPr/>
        </p:nvSpPr>
        <p:spPr>
          <a:xfrm>
            <a:off x="13645151" y="2657475"/>
            <a:ext cx="33008" cy="74663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ZONE Z12 GAUGE SEGMENT 12">
            <a:extLst>
              <a:ext uri="{FF2B5EF4-FFF2-40B4-BE49-F238E27FC236}">
                <a16:creationId xmlns:a16="http://schemas.microsoft.com/office/drawing/2014/main" id="{862B4CB8-34F4-45B6-8B4B-D56D53068BDD}"/>
              </a:ext>
            </a:extLst>
          </p:cNvPr>
          <p:cNvSpPr>
            <a:spLocks noGrp="1"/>
          </p:cNvSpPr>
          <p:nvPr/>
        </p:nvSpPr>
        <p:spPr>
          <a:xfrm>
            <a:off x="13688580" y="2749365"/>
            <a:ext cx="12559" cy="80662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ZONE Z12 VALUE">
            <a:extLst>
              <a:ext uri="{FF2B5EF4-FFF2-40B4-BE49-F238E27FC236}">
                <a16:creationId xmlns:a16="http://schemas.microsoft.com/office/drawing/2014/main" id="{48EF7506-9163-46D7-999E-173D03286011}"/>
              </a:ext>
            </a:extLst>
          </p:cNvPr>
          <p:cNvSpPr>
            <a:spLocks noGrp="1"/>
          </p:cNvSpPr>
          <p:nvPr/>
        </p:nvSpPr>
        <p:spPr>
          <a:xfrm>
            <a:off x="12803404" y="2551791"/>
            <a:ext cx="977076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0A400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0A400"/>
                </a:solidFill>
                <a:latin typeface="Arial"/>
                <a:ea typeface="Arial"/>
                <a:cs typeface="Arial"/>
              </a:rPr>
              <a:t>57%</a:t>
            </a:r>
          </a:p>
        </p:txBody>
      </p:sp>
      <p:sp>
        <p:nvSpPr>
          <p:cNvPr id="107" name="Straight Connector 106">
            <a:extLst>
              <a:ext uri="{FF2B5EF4-FFF2-40B4-BE49-F238E27FC236}">
                <a16:creationId xmlns:a16="http://schemas.microsoft.com/office/drawing/2014/main" id="{C07D2BC2-CA67-4006-B21E-F54F209C9A2E}"/>
              </a:ext>
            </a:extLst>
          </p:cNvPr>
          <p:cNvSpPr>
            <a:spLocks noGrp="1"/>
          </p:cNvSpPr>
          <p:nvPr/>
        </p:nvSpPr>
        <p:spPr>
          <a:xfrm>
            <a:off x="14009610" y="2114550"/>
            <a:ext cx="0" cy="876300"/>
          </a:xfrm>
          <a:prstGeom prst="line">
            <a:avLst/>
          </a:prstGeom>
          <a:noFill/>
          <a:ln w="9525">
            <a:solidFill>
              <a:srgbClr val="8799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ZONE Z13 LABEL">
            <a:extLst>
              <a:ext uri="{FF2B5EF4-FFF2-40B4-BE49-F238E27FC236}">
                <a16:creationId xmlns:a16="http://schemas.microsoft.com/office/drawing/2014/main" id="{29976AF6-A459-4BD9-BFAF-D852290BADC4}"/>
              </a:ext>
            </a:extLst>
          </p:cNvPr>
          <p:cNvSpPr>
            <a:spLocks noGrp="1"/>
          </p:cNvSpPr>
          <p:nvPr/>
        </p:nvSpPr>
        <p:spPr>
          <a:xfrm>
            <a:off x="14100501" y="2095500"/>
            <a:ext cx="136336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Z13</a:t>
            </a:r>
          </a:p>
        </p:txBody>
      </p:sp>
      <p:sp>
        <p:nvSpPr>
          <p:cNvPr id="109" name="ZONE Z13 GAUGE SEGMENT 1">
            <a:extLst>
              <a:ext uri="{FF2B5EF4-FFF2-40B4-BE49-F238E27FC236}">
                <a16:creationId xmlns:a16="http://schemas.microsoft.com/office/drawing/2014/main" id="{5D0456CF-33B4-424F-B6ED-F5A2456433D9}"/>
              </a:ext>
            </a:extLst>
          </p:cNvPr>
          <p:cNvSpPr>
            <a:spLocks noGrp="1"/>
          </p:cNvSpPr>
          <p:nvPr/>
        </p:nvSpPr>
        <p:spPr>
          <a:xfrm>
            <a:off x="14328571" y="2847975"/>
            <a:ext cx="8746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ZONE Z13 GAUGE SEGMENT 2">
            <a:extLst>
              <a:ext uri="{FF2B5EF4-FFF2-40B4-BE49-F238E27FC236}">
                <a16:creationId xmlns:a16="http://schemas.microsoft.com/office/drawing/2014/main" id="{6B884851-C182-4416-903D-5AB289E61C8C}"/>
              </a:ext>
            </a:extLst>
          </p:cNvPr>
          <p:cNvSpPr>
            <a:spLocks noGrp="1"/>
          </p:cNvSpPr>
          <p:nvPr/>
        </p:nvSpPr>
        <p:spPr>
          <a:xfrm>
            <a:off x="14346052" y="2749365"/>
            <a:ext cx="29455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ZONE Z13 GAUGE SEGMENT 3">
            <a:extLst>
              <a:ext uri="{FF2B5EF4-FFF2-40B4-BE49-F238E27FC236}">
                <a16:creationId xmlns:a16="http://schemas.microsoft.com/office/drawing/2014/main" id="{A192E00A-6359-4930-A9E7-9A545856628B}"/>
              </a:ext>
            </a:extLst>
          </p:cNvPr>
          <p:cNvSpPr>
            <a:spLocks noGrp="1"/>
          </p:cNvSpPr>
          <p:nvPr/>
        </p:nvSpPr>
        <p:spPr>
          <a:xfrm>
            <a:off x="14393255" y="2657475"/>
            <a:ext cx="48156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ZONE Z13 GAUGE SEGMENT 4">
            <a:extLst>
              <a:ext uri="{FF2B5EF4-FFF2-40B4-BE49-F238E27FC236}">
                <a16:creationId xmlns:a16="http://schemas.microsoft.com/office/drawing/2014/main" id="{142FB210-B83F-4A8F-BED4-09C771038155}"/>
              </a:ext>
            </a:extLst>
          </p:cNvPr>
          <p:cNvSpPr>
            <a:spLocks noGrp="1"/>
          </p:cNvSpPr>
          <p:nvPr/>
        </p:nvSpPr>
        <p:spPr>
          <a:xfrm>
            <a:off x="14466963" y="2578567"/>
            <a:ext cx="63576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ZONE Z13 GAUGE SEGMENT 5">
            <a:extLst>
              <a:ext uri="{FF2B5EF4-FFF2-40B4-BE49-F238E27FC236}">
                <a16:creationId xmlns:a16="http://schemas.microsoft.com/office/drawing/2014/main" id="{A7DD46E5-F09A-4865-8B4A-D79956E52F4B}"/>
              </a:ext>
            </a:extLst>
          </p:cNvPr>
          <p:cNvSpPr>
            <a:spLocks noGrp="1"/>
          </p:cNvSpPr>
          <p:nvPr/>
        </p:nvSpPr>
        <p:spPr>
          <a:xfrm>
            <a:off x="14562152" y="2518019"/>
            <a:ext cx="74663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ZONE Z13 GAUGE SEGMENT 6">
            <a:extLst>
              <a:ext uri="{FF2B5EF4-FFF2-40B4-BE49-F238E27FC236}">
                <a16:creationId xmlns:a16="http://schemas.microsoft.com/office/drawing/2014/main" id="{A71EB2CC-77D8-4450-8F2C-7B6C6DCC49CC}"/>
              </a:ext>
            </a:extLst>
          </p:cNvPr>
          <p:cNvSpPr>
            <a:spLocks noGrp="1"/>
          </p:cNvSpPr>
          <p:nvPr/>
        </p:nvSpPr>
        <p:spPr>
          <a:xfrm>
            <a:off x="14672336" y="2479957"/>
            <a:ext cx="80662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ZONE Z13 GAUGE SEGMENT 7">
            <a:extLst>
              <a:ext uri="{FF2B5EF4-FFF2-40B4-BE49-F238E27FC236}">
                <a16:creationId xmlns:a16="http://schemas.microsoft.com/office/drawing/2014/main" id="{4A876E99-394D-4853-957C-38C8A2129534}"/>
              </a:ext>
            </a:extLst>
          </p:cNvPr>
          <p:cNvSpPr>
            <a:spLocks noGrp="1"/>
          </p:cNvSpPr>
          <p:nvPr/>
        </p:nvSpPr>
        <p:spPr>
          <a:xfrm>
            <a:off x="14790006" y="2466975"/>
            <a:ext cx="81165" cy="8746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" name="ZONE Z13 GAUGE SEGMENT 8">
            <a:extLst>
              <a:ext uri="{FF2B5EF4-FFF2-40B4-BE49-F238E27FC236}">
                <a16:creationId xmlns:a16="http://schemas.microsoft.com/office/drawing/2014/main" id="{8018BB23-2084-4D71-992B-A61E88C88A11}"/>
              </a:ext>
            </a:extLst>
          </p:cNvPr>
          <p:cNvSpPr>
            <a:spLocks noGrp="1"/>
          </p:cNvSpPr>
          <p:nvPr/>
        </p:nvSpPr>
        <p:spPr>
          <a:xfrm>
            <a:off x="14907143" y="2479957"/>
            <a:ext cx="76135" cy="29455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ZONE Z13 GAUGE SEGMENT 9">
            <a:extLst>
              <a:ext uri="{FF2B5EF4-FFF2-40B4-BE49-F238E27FC236}">
                <a16:creationId xmlns:a16="http://schemas.microsoft.com/office/drawing/2014/main" id="{B3023826-7934-462C-A4D4-D3706979466C}"/>
              </a:ext>
            </a:extLst>
          </p:cNvPr>
          <p:cNvSpPr>
            <a:spLocks noGrp="1"/>
          </p:cNvSpPr>
          <p:nvPr/>
        </p:nvSpPr>
        <p:spPr>
          <a:xfrm>
            <a:off x="15015763" y="2518019"/>
            <a:ext cx="65918" cy="48156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ZONE Z13 GAUGE SEGMENT 10">
            <a:extLst>
              <a:ext uri="{FF2B5EF4-FFF2-40B4-BE49-F238E27FC236}">
                <a16:creationId xmlns:a16="http://schemas.microsoft.com/office/drawing/2014/main" id="{B007AE3C-6942-42AE-8919-57FF579B510E}"/>
              </a:ext>
            </a:extLst>
          </p:cNvPr>
          <p:cNvSpPr>
            <a:spLocks noGrp="1"/>
          </p:cNvSpPr>
          <p:nvPr/>
        </p:nvSpPr>
        <p:spPr>
          <a:xfrm>
            <a:off x="15108466" y="2578567"/>
            <a:ext cx="51208" cy="63576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ZONE Z13 GAUGE SEGMENT 11">
            <a:extLst>
              <a:ext uri="{FF2B5EF4-FFF2-40B4-BE49-F238E27FC236}">
                <a16:creationId xmlns:a16="http://schemas.microsoft.com/office/drawing/2014/main" id="{F7E4E866-2018-4C75-B97F-E6EB83DAAB00}"/>
              </a:ext>
            </a:extLst>
          </p:cNvPr>
          <p:cNvSpPr>
            <a:spLocks noGrp="1"/>
          </p:cNvSpPr>
          <p:nvPr/>
        </p:nvSpPr>
        <p:spPr>
          <a:xfrm>
            <a:off x="15178933" y="2657475"/>
            <a:ext cx="33008" cy="74663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ZONE Z13 GAUGE SEGMENT 12">
            <a:extLst>
              <a:ext uri="{FF2B5EF4-FFF2-40B4-BE49-F238E27FC236}">
                <a16:creationId xmlns:a16="http://schemas.microsoft.com/office/drawing/2014/main" id="{6BA5BF20-74F2-4255-89B9-70611A591ECE}"/>
              </a:ext>
            </a:extLst>
          </p:cNvPr>
          <p:cNvSpPr>
            <a:spLocks noGrp="1"/>
          </p:cNvSpPr>
          <p:nvPr/>
        </p:nvSpPr>
        <p:spPr>
          <a:xfrm>
            <a:off x="15222362" y="2749365"/>
            <a:ext cx="12559" cy="80662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ZONE Z13 VALUE">
            <a:extLst>
              <a:ext uri="{FF2B5EF4-FFF2-40B4-BE49-F238E27FC236}">
                <a16:creationId xmlns:a16="http://schemas.microsoft.com/office/drawing/2014/main" id="{67265685-3B96-443C-A90D-467D347E5948}"/>
              </a:ext>
            </a:extLst>
          </p:cNvPr>
          <p:cNvSpPr>
            <a:spLocks noGrp="1"/>
          </p:cNvSpPr>
          <p:nvPr/>
        </p:nvSpPr>
        <p:spPr>
          <a:xfrm>
            <a:off x="14337186" y="2551791"/>
            <a:ext cx="977076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0A400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0A400"/>
                </a:solidFill>
                <a:latin typeface="Arial"/>
                <a:ea typeface="Arial"/>
                <a:cs typeface="Arial"/>
              </a:rPr>
              <a:t>67%</a:t>
            </a:r>
          </a:p>
        </p:txBody>
      </p:sp>
      <p:sp>
        <p:nvSpPr>
          <p:cNvPr id="122" name="Straight Connector 121">
            <a:extLst>
              <a:ext uri="{FF2B5EF4-FFF2-40B4-BE49-F238E27FC236}">
                <a16:creationId xmlns:a16="http://schemas.microsoft.com/office/drawing/2014/main" id="{7A44D9E8-CA6F-4806-9C2D-104C395F621A}"/>
              </a:ext>
            </a:extLst>
          </p:cNvPr>
          <p:cNvSpPr>
            <a:spLocks noGrp="1"/>
          </p:cNvSpPr>
          <p:nvPr/>
        </p:nvSpPr>
        <p:spPr>
          <a:xfrm>
            <a:off x="15543393" y="2114550"/>
            <a:ext cx="0" cy="876300"/>
          </a:xfrm>
          <a:prstGeom prst="line">
            <a:avLst/>
          </a:prstGeom>
          <a:noFill/>
          <a:ln w="9525">
            <a:solidFill>
              <a:srgbClr val="8799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ZONE Z14 LABEL">
            <a:extLst>
              <a:ext uri="{FF2B5EF4-FFF2-40B4-BE49-F238E27FC236}">
                <a16:creationId xmlns:a16="http://schemas.microsoft.com/office/drawing/2014/main" id="{AC0F8FB4-31B5-407E-A928-41FA3F2B3B31}"/>
              </a:ext>
            </a:extLst>
          </p:cNvPr>
          <p:cNvSpPr>
            <a:spLocks noGrp="1"/>
          </p:cNvSpPr>
          <p:nvPr/>
        </p:nvSpPr>
        <p:spPr>
          <a:xfrm>
            <a:off x="15634284" y="2095500"/>
            <a:ext cx="136336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Z14</a:t>
            </a:r>
          </a:p>
        </p:txBody>
      </p:sp>
      <p:sp>
        <p:nvSpPr>
          <p:cNvPr id="124" name="ZONE Z14 GAUGE SEGMENT 1">
            <a:extLst>
              <a:ext uri="{FF2B5EF4-FFF2-40B4-BE49-F238E27FC236}">
                <a16:creationId xmlns:a16="http://schemas.microsoft.com/office/drawing/2014/main" id="{1E48E6E3-635B-4285-8581-8389F481ABDF}"/>
              </a:ext>
            </a:extLst>
          </p:cNvPr>
          <p:cNvSpPr>
            <a:spLocks noGrp="1"/>
          </p:cNvSpPr>
          <p:nvPr/>
        </p:nvSpPr>
        <p:spPr>
          <a:xfrm>
            <a:off x="15862354" y="2847975"/>
            <a:ext cx="8746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ZONE Z14 GAUGE SEGMENT 2">
            <a:extLst>
              <a:ext uri="{FF2B5EF4-FFF2-40B4-BE49-F238E27FC236}">
                <a16:creationId xmlns:a16="http://schemas.microsoft.com/office/drawing/2014/main" id="{403843E2-ABC2-465E-93F3-EC45902627BF}"/>
              </a:ext>
            </a:extLst>
          </p:cNvPr>
          <p:cNvSpPr>
            <a:spLocks noGrp="1"/>
          </p:cNvSpPr>
          <p:nvPr/>
        </p:nvSpPr>
        <p:spPr>
          <a:xfrm>
            <a:off x="15879835" y="2749365"/>
            <a:ext cx="29455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ZONE Z14 GAUGE SEGMENT 3">
            <a:extLst>
              <a:ext uri="{FF2B5EF4-FFF2-40B4-BE49-F238E27FC236}">
                <a16:creationId xmlns:a16="http://schemas.microsoft.com/office/drawing/2014/main" id="{37B931FE-3500-47CA-A232-1D26667C5A2D}"/>
              </a:ext>
            </a:extLst>
          </p:cNvPr>
          <p:cNvSpPr>
            <a:spLocks noGrp="1"/>
          </p:cNvSpPr>
          <p:nvPr/>
        </p:nvSpPr>
        <p:spPr>
          <a:xfrm>
            <a:off x="15927038" y="2657475"/>
            <a:ext cx="48156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ZONE Z14 GAUGE SEGMENT 4">
            <a:extLst>
              <a:ext uri="{FF2B5EF4-FFF2-40B4-BE49-F238E27FC236}">
                <a16:creationId xmlns:a16="http://schemas.microsoft.com/office/drawing/2014/main" id="{65609D06-1A09-4E9D-9F86-D3AF3672DC7A}"/>
              </a:ext>
            </a:extLst>
          </p:cNvPr>
          <p:cNvSpPr>
            <a:spLocks noGrp="1"/>
          </p:cNvSpPr>
          <p:nvPr/>
        </p:nvSpPr>
        <p:spPr>
          <a:xfrm>
            <a:off x="16000745" y="2578567"/>
            <a:ext cx="63576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ZONE Z14 GAUGE SEGMENT 5">
            <a:extLst>
              <a:ext uri="{FF2B5EF4-FFF2-40B4-BE49-F238E27FC236}">
                <a16:creationId xmlns:a16="http://schemas.microsoft.com/office/drawing/2014/main" id="{AC690148-B1EB-4A77-AADF-21B331D41717}"/>
              </a:ext>
            </a:extLst>
          </p:cNvPr>
          <p:cNvSpPr>
            <a:spLocks noGrp="1"/>
          </p:cNvSpPr>
          <p:nvPr/>
        </p:nvSpPr>
        <p:spPr>
          <a:xfrm>
            <a:off x="16095935" y="2518019"/>
            <a:ext cx="74663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ZONE Z14 GAUGE SEGMENT 6">
            <a:extLst>
              <a:ext uri="{FF2B5EF4-FFF2-40B4-BE49-F238E27FC236}">
                <a16:creationId xmlns:a16="http://schemas.microsoft.com/office/drawing/2014/main" id="{B1637446-EE47-431A-8FA8-608A6CD0A1D4}"/>
              </a:ext>
            </a:extLst>
          </p:cNvPr>
          <p:cNvSpPr>
            <a:spLocks noGrp="1"/>
          </p:cNvSpPr>
          <p:nvPr/>
        </p:nvSpPr>
        <p:spPr>
          <a:xfrm>
            <a:off x="16206119" y="2479957"/>
            <a:ext cx="80662" cy="0"/>
          </a:xfrm>
          <a:prstGeom prst="line">
            <a:avLst/>
          </a:prstGeom>
          <a:noFill/>
          <a:ln w="123825">
            <a:solidFill>
              <a:srgbClr val="F0A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ZONE Z14 GAUGE SEGMENT 7">
            <a:extLst>
              <a:ext uri="{FF2B5EF4-FFF2-40B4-BE49-F238E27FC236}">
                <a16:creationId xmlns:a16="http://schemas.microsoft.com/office/drawing/2014/main" id="{9AE35071-6250-404A-88E9-ED1B3CBA13AC}"/>
              </a:ext>
            </a:extLst>
          </p:cNvPr>
          <p:cNvSpPr>
            <a:spLocks noGrp="1"/>
          </p:cNvSpPr>
          <p:nvPr/>
        </p:nvSpPr>
        <p:spPr>
          <a:xfrm>
            <a:off x="16323789" y="2466975"/>
            <a:ext cx="81165" cy="8746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ZONE Z14 GAUGE SEGMENT 8">
            <a:extLst>
              <a:ext uri="{FF2B5EF4-FFF2-40B4-BE49-F238E27FC236}">
                <a16:creationId xmlns:a16="http://schemas.microsoft.com/office/drawing/2014/main" id="{48480A30-A1F4-4793-966F-B7E00A0FE3BA}"/>
              </a:ext>
            </a:extLst>
          </p:cNvPr>
          <p:cNvSpPr>
            <a:spLocks noGrp="1"/>
          </p:cNvSpPr>
          <p:nvPr/>
        </p:nvSpPr>
        <p:spPr>
          <a:xfrm>
            <a:off x="16440925" y="2479957"/>
            <a:ext cx="76135" cy="29455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ZONE Z14 GAUGE SEGMENT 9">
            <a:extLst>
              <a:ext uri="{FF2B5EF4-FFF2-40B4-BE49-F238E27FC236}">
                <a16:creationId xmlns:a16="http://schemas.microsoft.com/office/drawing/2014/main" id="{3A8CE529-2CD9-4880-8A54-1F6B6FA5BD88}"/>
              </a:ext>
            </a:extLst>
          </p:cNvPr>
          <p:cNvSpPr>
            <a:spLocks noGrp="1"/>
          </p:cNvSpPr>
          <p:nvPr/>
        </p:nvSpPr>
        <p:spPr>
          <a:xfrm>
            <a:off x="16549546" y="2518019"/>
            <a:ext cx="65918" cy="48156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ZONE Z14 GAUGE SEGMENT 10">
            <a:extLst>
              <a:ext uri="{FF2B5EF4-FFF2-40B4-BE49-F238E27FC236}">
                <a16:creationId xmlns:a16="http://schemas.microsoft.com/office/drawing/2014/main" id="{DA0E2B4C-0145-481C-9F8E-784A7D3FC4E4}"/>
              </a:ext>
            </a:extLst>
          </p:cNvPr>
          <p:cNvSpPr>
            <a:spLocks noGrp="1"/>
          </p:cNvSpPr>
          <p:nvPr/>
        </p:nvSpPr>
        <p:spPr>
          <a:xfrm>
            <a:off x="16642249" y="2578567"/>
            <a:ext cx="51208" cy="63576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" name="ZONE Z14 GAUGE SEGMENT 11">
            <a:extLst>
              <a:ext uri="{FF2B5EF4-FFF2-40B4-BE49-F238E27FC236}">
                <a16:creationId xmlns:a16="http://schemas.microsoft.com/office/drawing/2014/main" id="{9C99E096-4F58-4E8D-8862-2B87A67F1C26}"/>
              </a:ext>
            </a:extLst>
          </p:cNvPr>
          <p:cNvSpPr>
            <a:spLocks noGrp="1"/>
          </p:cNvSpPr>
          <p:nvPr/>
        </p:nvSpPr>
        <p:spPr>
          <a:xfrm>
            <a:off x="16712716" y="2657475"/>
            <a:ext cx="33008" cy="74663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ZONE Z14 GAUGE SEGMENT 12">
            <a:extLst>
              <a:ext uri="{FF2B5EF4-FFF2-40B4-BE49-F238E27FC236}">
                <a16:creationId xmlns:a16="http://schemas.microsoft.com/office/drawing/2014/main" id="{C0B7F9E6-021B-4DA0-897A-2725BB2F7904}"/>
              </a:ext>
            </a:extLst>
          </p:cNvPr>
          <p:cNvSpPr>
            <a:spLocks noGrp="1"/>
          </p:cNvSpPr>
          <p:nvPr/>
        </p:nvSpPr>
        <p:spPr>
          <a:xfrm>
            <a:off x="16756144" y="2749365"/>
            <a:ext cx="12559" cy="80662"/>
          </a:xfrm>
          <a:prstGeom prst="line">
            <a:avLst/>
          </a:prstGeom>
          <a:noFill/>
          <a:ln w="123825">
            <a:solidFill>
              <a:srgbClr val="D2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ZONE Z14 VALUE">
            <a:extLst>
              <a:ext uri="{FF2B5EF4-FFF2-40B4-BE49-F238E27FC236}">
                <a16:creationId xmlns:a16="http://schemas.microsoft.com/office/drawing/2014/main" id="{BB0D0209-F9D5-466D-B7F6-51535FB27D76}"/>
              </a:ext>
            </a:extLst>
          </p:cNvPr>
          <p:cNvSpPr>
            <a:spLocks noGrp="1"/>
          </p:cNvSpPr>
          <p:nvPr/>
        </p:nvSpPr>
        <p:spPr>
          <a:xfrm>
            <a:off x="15870968" y="2551791"/>
            <a:ext cx="977076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0A400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0A400"/>
                </a:solidFill>
                <a:latin typeface="Arial"/>
                <a:ea typeface="Arial"/>
                <a:cs typeface="Arial"/>
              </a:rPr>
              <a:t>52%</a:t>
            </a:r>
          </a:p>
        </p:txBody>
      </p:sp>
      <p:sp>
        <p:nvSpPr>
          <p:cNvPr id="137" name="SECTION 1 PANEL">
            <a:extLst>
              <a:ext uri="{FF2B5EF4-FFF2-40B4-BE49-F238E27FC236}">
                <a16:creationId xmlns:a16="http://schemas.microsoft.com/office/drawing/2014/main" id="{80B7B38D-774F-42DF-B360-0B4D69CB60F0}"/>
              </a:ext>
            </a:extLst>
          </p:cNvPr>
          <p:cNvSpPr>
            <a:spLocks noGrp="1"/>
          </p:cNvSpPr>
          <p:nvPr/>
        </p:nvSpPr>
        <p:spPr>
          <a:xfrm>
            <a:off x="133350" y="3209925"/>
            <a:ext cx="4963958" cy="37338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1430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" name="SECTION 1 HEADER">
            <a:extLst>
              <a:ext uri="{FF2B5EF4-FFF2-40B4-BE49-F238E27FC236}">
                <a16:creationId xmlns:a16="http://schemas.microsoft.com/office/drawing/2014/main" id="{B70669AC-CA0C-49AD-AF8F-C3727043EEEB}"/>
              </a:ext>
            </a:extLst>
          </p:cNvPr>
          <p:cNvSpPr>
            <a:spLocks noGrp="1"/>
          </p:cNvSpPr>
          <p:nvPr/>
        </p:nvSpPr>
        <p:spPr>
          <a:xfrm>
            <a:off x="133350" y="3209925"/>
            <a:ext cx="4963958" cy="371475"/>
          </a:xfrm>
          <a:prstGeom prst="rect">
            <a:avLst/>
          </a:prstGeom>
          <a:solidFill>
            <a:srgbClr val="07356F"/>
          </a:solidFill>
          <a:ln w="9525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1C0052BA-2BBF-4D02-AD29-5CA07D57F4A7}"/>
              </a:ext>
            </a:extLst>
          </p:cNvPr>
          <p:cNvSpPr>
            <a:spLocks noGrp="1"/>
          </p:cNvSpPr>
          <p:nvPr/>
        </p:nvSpPr>
        <p:spPr>
          <a:xfrm>
            <a:off x="252033" y="3267075"/>
            <a:ext cx="2667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" name="SECTION 1 NUMBER">
            <a:extLst>
              <a:ext uri="{FF2B5EF4-FFF2-40B4-BE49-F238E27FC236}">
                <a16:creationId xmlns:a16="http://schemas.microsoft.com/office/drawing/2014/main" id="{8B8E554E-2FE6-4B0A-BD88-2405F9053A62}"/>
              </a:ext>
            </a:extLst>
          </p:cNvPr>
          <p:cNvSpPr>
            <a:spLocks noGrp="1"/>
          </p:cNvSpPr>
          <p:nvPr/>
        </p:nvSpPr>
        <p:spPr>
          <a:xfrm>
            <a:off x="252033" y="32575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1" name="SECTION 1 TITLE">
            <a:extLst>
              <a:ext uri="{FF2B5EF4-FFF2-40B4-BE49-F238E27FC236}">
                <a16:creationId xmlns:a16="http://schemas.microsoft.com/office/drawing/2014/main" id="{2B632392-F442-4ADA-BD7A-AEF55C5FBD04}"/>
              </a:ext>
            </a:extLst>
          </p:cNvPr>
          <p:cNvSpPr>
            <a:spLocks noGrp="1"/>
          </p:cNvSpPr>
          <p:nvPr/>
        </p:nvSpPr>
        <p:spPr>
          <a:xfrm>
            <a:off x="626458" y="3228975"/>
            <a:ext cx="436127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CRITICAL CONTROL HEALTH MAP</a:t>
            </a:r>
          </a:p>
        </p:txBody>
      </p:sp>
      <p:sp>
        <p:nvSpPr>
          <p:cNvPr id="142" name="SECTION 2 PANEL">
            <a:extLst>
              <a:ext uri="{FF2B5EF4-FFF2-40B4-BE49-F238E27FC236}">
                <a16:creationId xmlns:a16="http://schemas.microsoft.com/office/drawing/2014/main" id="{C15AF32C-147D-4612-BB87-3FB94A1577A8}"/>
              </a:ext>
            </a:extLst>
          </p:cNvPr>
          <p:cNvSpPr>
            <a:spLocks noGrp="1"/>
          </p:cNvSpPr>
          <p:nvPr/>
        </p:nvSpPr>
        <p:spPr>
          <a:xfrm>
            <a:off x="5204751" y="3209925"/>
            <a:ext cx="3322174" cy="203835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1430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" name="SECTION 2 HEADER">
            <a:extLst>
              <a:ext uri="{FF2B5EF4-FFF2-40B4-BE49-F238E27FC236}">
                <a16:creationId xmlns:a16="http://schemas.microsoft.com/office/drawing/2014/main" id="{7C3AC1C5-747C-433A-9513-A8663D589055}"/>
              </a:ext>
            </a:extLst>
          </p:cNvPr>
          <p:cNvSpPr>
            <a:spLocks noGrp="1"/>
          </p:cNvSpPr>
          <p:nvPr/>
        </p:nvSpPr>
        <p:spPr>
          <a:xfrm>
            <a:off x="5204751" y="3209925"/>
            <a:ext cx="3322174" cy="371475"/>
          </a:xfrm>
          <a:prstGeom prst="rect">
            <a:avLst/>
          </a:prstGeom>
          <a:solidFill>
            <a:srgbClr val="07356F"/>
          </a:solidFill>
          <a:ln w="9525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3AF40E34-74BB-413D-8880-D7B141B5506B}"/>
              </a:ext>
            </a:extLst>
          </p:cNvPr>
          <p:cNvSpPr>
            <a:spLocks noGrp="1"/>
          </p:cNvSpPr>
          <p:nvPr/>
        </p:nvSpPr>
        <p:spPr>
          <a:xfrm>
            <a:off x="5337638" y="3267075"/>
            <a:ext cx="2667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" name="SECTION 2 NUMBER">
            <a:extLst>
              <a:ext uri="{FF2B5EF4-FFF2-40B4-BE49-F238E27FC236}">
                <a16:creationId xmlns:a16="http://schemas.microsoft.com/office/drawing/2014/main" id="{7D4F174A-000C-4ACB-AD52-59862B8FAF1C}"/>
              </a:ext>
            </a:extLst>
          </p:cNvPr>
          <p:cNvSpPr>
            <a:spLocks noGrp="1"/>
          </p:cNvSpPr>
          <p:nvPr/>
        </p:nvSpPr>
        <p:spPr>
          <a:xfrm>
            <a:off x="5337638" y="32575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6" name="SECTION 2 TITLE">
            <a:extLst>
              <a:ext uri="{FF2B5EF4-FFF2-40B4-BE49-F238E27FC236}">
                <a16:creationId xmlns:a16="http://schemas.microsoft.com/office/drawing/2014/main" id="{7133E34F-FC1D-4817-BE91-4FD95F18F2BF}"/>
              </a:ext>
            </a:extLst>
          </p:cNvPr>
          <p:cNvSpPr>
            <a:spLocks noGrp="1"/>
          </p:cNvSpPr>
          <p:nvPr/>
        </p:nvSpPr>
        <p:spPr>
          <a:xfrm>
            <a:off x="5725649" y="3228975"/>
            <a:ext cx="2685521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TOP 5 SIF EXPOSURE</a:t>
            </a:r>
          </a:p>
        </p:txBody>
      </p:sp>
      <p:sp>
        <p:nvSpPr>
          <p:cNvPr id="147" name="SECTION 3 PANEL">
            <a:extLst>
              <a:ext uri="{FF2B5EF4-FFF2-40B4-BE49-F238E27FC236}">
                <a16:creationId xmlns:a16="http://schemas.microsoft.com/office/drawing/2014/main" id="{C9881029-45FA-4FFA-9C42-A2055AFD6E8E}"/>
              </a:ext>
            </a:extLst>
          </p:cNvPr>
          <p:cNvSpPr>
            <a:spLocks noGrp="1"/>
          </p:cNvSpPr>
          <p:nvPr/>
        </p:nvSpPr>
        <p:spPr>
          <a:xfrm>
            <a:off x="8610600" y="3209925"/>
            <a:ext cx="3714750" cy="203835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1430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" name="SECTION 3 HEADER">
            <a:extLst>
              <a:ext uri="{FF2B5EF4-FFF2-40B4-BE49-F238E27FC236}">
                <a16:creationId xmlns:a16="http://schemas.microsoft.com/office/drawing/2014/main" id="{2EA49C14-1DC6-4497-B74D-6D57DEF32C33}"/>
              </a:ext>
            </a:extLst>
          </p:cNvPr>
          <p:cNvSpPr>
            <a:spLocks noGrp="1"/>
          </p:cNvSpPr>
          <p:nvPr/>
        </p:nvSpPr>
        <p:spPr>
          <a:xfrm>
            <a:off x="8610600" y="3209925"/>
            <a:ext cx="3714750" cy="371475"/>
          </a:xfrm>
          <a:prstGeom prst="rect">
            <a:avLst/>
          </a:prstGeom>
          <a:solidFill>
            <a:srgbClr val="07356F"/>
          </a:solidFill>
          <a:ln w="9525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FF123B8B-A4CC-4167-8DBA-A4ADF317FA20}"/>
              </a:ext>
            </a:extLst>
          </p:cNvPr>
          <p:cNvSpPr>
            <a:spLocks noGrp="1"/>
          </p:cNvSpPr>
          <p:nvPr/>
        </p:nvSpPr>
        <p:spPr>
          <a:xfrm>
            <a:off x="8723473" y="3267075"/>
            <a:ext cx="2667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" name="SECTION 3 NUMBER">
            <a:extLst>
              <a:ext uri="{FF2B5EF4-FFF2-40B4-BE49-F238E27FC236}">
                <a16:creationId xmlns:a16="http://schemas.microsoft.com/office/drawing/2014/main" id="{9F6531D9-7709-4E1A-85A8-3FE61B56303F}"/>
              </a:ext>
            </a:extLst>
          </p:cNvPr>
          <p:cNvSpPr>
            <a:spLocks noGrp="1"/>
          </p:cNvSpPr>
          <p:nvPr/>
        </p:nvSpPr>
        <p:spPr>
          <a:xfrm>
            <a:off x="8723473" y="32575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1" name="SECTION 3 TITLE">
            <a:extLst>
              <a:ext uri="{FF2B5EF4-FFF2-40B4-BE49-F238E27FC236}">
                <a16:creationId xmlns:a16="http://schemas.microsoft.com/office/drawing/2014/main" id="{AA2AEA17-159B-4D71-AAB4-62AF5F22CD21}"/>
              </a:ext>
            </a:extLst>
          </p:cNvPr>
          <p:cNvSpPr>
            <a:spLocks noGrp="1"/>
          </p:cNvSpPr>
          <p:nvPr/>
        </p:nvSpPr>
        <p:spPr>
          <a:xfrm>
            <a:off x="9092340" y="3228975"/>
            <a:ext cx="3125957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TOP 5 CRITICAL SAFEGUARD GAP</a:t>
            </a:r>
          </a:p>
        </p:txBody>
      </p:sp>
      <p:sp>
        <p:nvSpPr>
          <p:cNvPr id="152" name="SECTION 4 PANEL">
            <a:extLst>
              <a:ext uri="{FF2B5EF4-FFF2-40B4-BE49-F238E27FC236}">
                <a16:creationId xmlns:a16="http://schemas.microsoft.com/office/drawing/2014/main" id="{27A066C3-966A-48A3-91D7-08C5B1FF303B}"/>
              </a:ext>
            </a:extLst>
          </p:cNvPr>
          <p:cNvSpPr>
            <a:spLocks noGrp="1"/>
          </p:cNvSpPr>
          <p:nvPr/>
        </p:nvSpPr>
        <p:spPr>
          <a:xfrm>
            <a:off x="12420600" y="3209925"/>
            <a:ext cx="4781550" cy="203835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1430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3" name="SECTION 4 HEADER">
            <a:extLst>
              <a:ext uri="{FF2B5EF4-FFF2-40B4-BE49-F238E27FC236}">
                <a16:creationId xmlns:a16="http://schemas.microsoft.com/office/drawing/2014/main" id="{0E46CB9D-4753-4D54-BACC-9995572DA726}"/>
              </a:ext>
            </a:extLst>
          </p:cNvPr>
          <p:cNvSpPr>
            <a:spLocks noGrp="1"/>
          </p:cNvSpPr>
          <p:nvPr/>
        </p:nvSpPr>
        <p:spPr>
          <a:xfrm>
            <a:off x="12420600" y="3209925"/>
            <a:ext cx="4781550" cy="371475"/>
          </a:xfrm>
          <a:prstGeom prst="rect">
            <a:avLst/>
          </a:prstGeom>
          <a:solidFill>
            <a:srgbClr val="07356F"/>
          </a:solidFill>
          <a:ln w="9525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E6621971-0DAE-46B7-9D48-E4E5895EA621}"/>
              </a:ext>
            </a:extLst>
          </p:cNvPr>
          <p:cNvSpPr>
            <a:spLocks noGrp="1"/>
          </p:cNvSpPr>
          <p:nvPr/>
        </p:nvSpPr>
        <p:spPr>
          <a:xfrm>
            <a:off x="12576660" y="3267075"/>
            <a:ext cx="2667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5" name="SECTION 4 NUMBER">
            <a:extLst>
              <a:ext uri="{FF2B5EF4-FFF2-40B4-BE49-F238E27FC236}">
                <a16:creationId xmlns:a16="http://schemas.microsoft.com/office/drawing/2014/main" id="{FD10A840-3691-4B23-9AD2-8EAEEB946575}"/>
              </a:ext>
            </a:extLst>
          </p:cNvPr>
          <p:cNvSpPr>
            <a:spLocks noGrp="1"/>
          </p:cNvSpPr>
          <p:nvPr/>
        </p:nvSpPr>
        <p:spPr>
          <a:xfrm>
            <a:off x="12576660" y="32575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6" name="SECTION 4 TITLE">
            <a:extLst>
              <a:ext uri="{FF2B5EF4-FFF2-40B4-BE49-F238E27FC236}">
                <a16:creationId xmlns:a16="http://schemas.microsoft.com/office/drawing/2014/main" id="{9A215209-F8B0-4E05-9811-0C1816218022}"/>
              </a:ext>
            </a:extLst>
          </p:cNvPr>
          <p:cNvSpPr>
            <a:spLocks noGrp="1"/>
          </p:cNvSpPr>
          <p:nvPr/>
        </p:nvSpPr>
        <p:spPr>
          <a:xfrm>
            <a:off x="12986836" y="3228975"/>
            <a:ext cx="4089484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TOP 5 RECURRING DRIFT (Total 253)</a:t>
            </a:r>
          </a:p>
        </p:txBody>
      </p:sp>
      <p:sp>
        <p:nvSpPr>
          <p:cNvPr id="157" name="SECTION 5 PANEL">
            <a:extLst>
              <a:ext uri="{FF2B5EF4-FFF2-40B4-BE49-F238E27FC236}">
                <a16:creationId xmlns:a16="http://schemas.microsoft.com/office/drawing/2014/main" id="{EFD87CD9-B01C-40F5-AB83-E0A3A010027F}"/>
              </a:ext>
            </a:extLst>
          </p:cNvPr>
          <p:cNvSpPr>
            <a:spLocks noGrp="1"/>
          </p:cNvSpPr>
          <p:nvPr/>
        </p:nvSpPr>
        <p:spPr>
          <a:xfrm>
            <a:off x="5204751" y="5238750"/>
            <a:ext cx="3322174" cy="1762125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1430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8" name="SECTION 5 HEADER">
            <a:extLst>
              <a:ext uri="{FF2B5EF4-FFF2-40B4-BE49-F238E27FC236}">
                <a16:creationId xmlns:a16="http://schemas.microsoft.com/office/drawing/2014/main" id="{08A00D98-6561-481C-AC02-8EE5C8C41B78}"/>
              </a:ext>
            </a:extLst>
          </p:cNvPr>
          <p:cNvSpPr>
            <a:spLocks noGrp="1"/>
          </p:cNvSpPr>
          <p:nvPr/>
        </p:nvSpPr>
        <p:spPr>
          <a:xfrm>
            <a:off x="5204751" y="5238750"/>
            <a:ext cx="3322174" cy="406644"/>
          </a:xfrm>
          <a:prstGeom prst="rect">
            <a:avLst/>
          </a:prstGeom>
          <a:solidFill>
            <a:srgbClr val="07356F"/>
          </a:solidFill>
          <a:ln w="9525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AA709DA0-79FA-4D2F-A73E-E60BEF983187}"/>
              </a:ext>
            </a:extLst>
          </p:cNvPr>
          <p:cNvSpPr>
            <a:spLocks noGrp="1"/>
          </p:cNvSpPr>
          <p:nvPr/>
        </p:nvSpPr>
        <p:spPr>
          <a:xfrm>
            <a:off x="5337638" y="5313485"/>
            <a:ext cx="2667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0" name="SECTION 5 NUMBER">
            <a:extLst>
              <a:ext uri="{FF2B5EF4-FFF2-40B4-BE49-F238E27FC236}">
                <a16:creationId xmlns:a16="http://schemas.microsoft.com/office/drawing/2014/main" id="{83B98929-F354-4B3A-8E40-140EA5AAECBD}"/>
              </a:ext>
            </a:extLst>
          </p:cNvPr>
          <p:cNvSpPr>
            <a:spLocks noGrp="1"/>
          </p:cNvSpPr>
          <p:nvPr/>
        </p:nvSpPr>
        <p:spPr>
          <a:xfrm>
            <a:off x="5337638" y="5303509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1" name="SECTION 5 TITLE">
            <a:extLst>
              <a:ext uri="{FF2B5EF4-FFF2-40B4-BE49-F238E27FC236}">
                <a16:creationId xmlns:a16="http://schemas.microsoft.com/office/drawing/2014/main" id="{BEE2BBCE-A5DE-4B33-B0B0-4EA8DB87A98D}"/>
              </a:ext>
            </a:extLst>
          </p:cNvPr>
          <p:cNvSpPr>
            <a:spLocks noGrp="1"/>
          </p:cNvSpPr>
          <p:nvPr/>
        </p:nvSpPr>
        <p:spPr>
          <a:xfrm>
            <a:off x="5725649" y="5259604"/>
            <a:ext cx="2685521" cy="3649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TOP 5 SYSTEMIC ISSUES (257)</a:t>
            </a:r>
          </a:p>
        </p:txBody>
      </p:sp>
      <p:sp>
        <p:nvSpPr>
          <p:cNvPr id="162" name="SECTION 6 PANEL">
            <a:extLst>
              <a:ext uri="{FF2B5EF4-FFF2-40B4-BE49-F238E27FC236}">
                <a16:creationId xmlns:a16="http://schemas.microsoft.com/office/drawing/2014/main" id="{FF2E122B-7A5F-4351-880E-AF6B4907D330}"/>
              </a:ext>
            </a:extLst>
          </p:cNvPr>
          <p:cNvSpPr>
            <a:spLocks noGrp="1"/>
          </p:cNvSpPr>
          <p:nvPr/>
        </p:nvSpPr>
        <p:spPr>
          <a:xfrm>
            <a:off x="8610600" y="5238750"/>
            <a:ext cx="5334000" cy="1762125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1430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" name="SECTION 6 HEADER">
            <a:extLst>
              <a:ext uri="{FF2B5EF4-FFF2-40B4-BE49-F238E27FC236}">
                <a16:creationId xmlns:a16="http://schemas.microsoft.com/office/drawing/2014/main" id="{7023FF6C-E86F-4E4A-8BF3-C8B5829E7FD9}"/>
              </a:ext>
            </a:extLst>
          </p:cNvPr>
          <p:cNvSpPr>
            <a:spLocks noGrp="1"/>
          </p:cNvSpPr>
          <p:nvPr/>
        </p:nvSpPr>
        <p:spPr>
          <a:xfrm>
            <a:off x="8610600" y="5238750"/>
            <a:ext cx="5334000" cy="406644"/>
          </a:xfrm>
          <a:prstGeom prst="rect">
            <a:avLst/>
          </a:prstGeom>
          <a:solidFill>
            <a:srgbClr val="07356F"/>
          </a:solidFill>
          <a:ln w="9525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C6270F56-D749-4F9F-BE8E-70AD267F9664}"/>
              </a:ext>
            </a:extLst>
          </p:cNvPr>
          <p:cNvSpPr>
            <a:spLocks noGrp="1"/>
          </p:cNvSpPr>
          <p:nvPr/>
        </p:nvSpPr>
        <p:spPr>
          <a:xfrm>
            <a:off x="8830800" y="5313485"/>
            <a:ext cx="2667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" name="SECTION 6 NUMBER">
            <a:extLst>
              <a:ext uri="{FF2B5EF4-FFF2-40B4-BE49-F238E27FC236}">
                <a16:creationId xmlns:a16="http://schemas.microsoft.com/office/drawing/2014/main" id="{6118F637-35F4-4603-A485-FC41F10449DD}"/>
              </a:ext>
            </a:extLst>
          </p:cNvPr>
          <p:cNvSpPr>
            <a:spLocks noGrp="1"/>
          </p:cNvSpPr>
          <p:nvPr/>
        </p:nvSpPr>
        <p:spPr>
          <a:xfrm>
            <a:off x="8830800" y="5303509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66" name="SECTION 6 TITLE">
            <a:extLst>
              <a:ext uri="{FF2B5EF4-FFF2-40B4-BE49-F238E27FC236}">
                <a16:creationId xmlns:a16="http://schemas.microsoft.com/office/drawing/2014/main" id="{DF779F7F-64E4-4CB2-893A-6DEA90AB3802}"/>
              </a:ext>
            </a:extLst>
          </p:cNvPr>
          <p:cNvSpPr>
            <a:spLocks noGrp="1"/>
          </p:cNvSpPr>
          <p:nvPr/>
        </p:nvSpPr>
        <p:spPr>
          <a:xfrm>
            <a:off x="9302329" y="5259604"/>
            <a:ext cx="4488553" cy="3649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R4 CUMULATIVE CONFORMANCE TREND (%)</a:t>
            </a:r>
          </a:p>
        </p:txBody>
      </p:sp>
      <p:sp>
        <p:nvSpPr>
          <p:cNvPr id="167" name="SECTION 7 PANEL">
            <a:extLst>
              <a:ext uri="{FF2B5EF4-FFF2-40B4-BE49-F238E27FC236}">
                <a16:creationId xmlns:a16="http://schemas.microsoft.com/office/drawing/2014/main" id="{F81A0119-7CA7-4AC7-969D-E6E7DCD608CB}"/>
              </a:ext>
            </a:extLst>
          </p:cNvPr>
          <p:cNvSpPr>
            <a:spLocks noGrp="1"/>
          </p:cNvSpPr>
          <p:nvPr/>
        </p:nvSpPr>
        <p:spPr>
          <a:xfrm>
            <a:off x="14039850" y="5238750"/>
            <a:ext cx="3162300" cy="1762125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1430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8" name="SECTION 7 HEADER">
            <a:extLst>
              <a:ext uri="{FF2B5EF4-FFF2-40B4-BE49-F238E27FC236}">
                <a16:creationId xmlns:a16="http://schemas.microsoft.com/office/drawing/2014/main" id="{3559AEE8-EA1C-4E98-BAF5-DEB7FE0C1FFA}"/>
              </a:ext>
            </a:extLst>
          </p:cNvPr>
          <p:cNvSpPr>
            <a:spLocks noGrp="1"/>
          </p:cNvSpPr>
          <p:nvPr/>
        </p:nvSpPr>
        <p:spPr>
          <a:xfrm>
            <a:off x="14039850" y="5238750"/>
            <a:ext cx="3162300" cy="406644"/>
          </a:xfrm>
          <a:prstGeom prst="rect">
            <a:avLst/>
          </a:prstGeom>
          <a:solidFill>
            <a:srgbClr val="07356F"/>
          </a:solidFill>
          <a:ln w="9525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49883355-6C1E-4CC5-AEBF-2DD21C88ADE7}"/>
              </a:ext>
            </a:extLst>
          </p:cNvPr>
          <p:cNvSpPr>
            <a:spLocks noGrp="1"/>
          </p:cNvSpPr>
          <p:nvPr/>
        </p:nvSpPr>
        <p:spPr>
          <a:xfrm>
            <a:off x="14114747" y="5329727"/>
            <a:ext cx="233012" cy="22469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0" name="SECTION 7 NUMBER">
            <a:extLst>
              <a:ext uri="{FF2B5EF4-FFF2-40B4-BE49-F238E27FC236}">
                <a16:creationId xmlns:a16="http://schemas.microsoft.com/office/drawing/2014/main" id="{3878A0DF-C489-4DA8-B301-82F85425A1D8}"/>
              </a:ext>
            </a:extLst>
          </p:cNvPr>
          <p:cNvSpPr>
            <a:spLocks noGrp="1"/>
          </p:cNvSpPr>
          <p:nvPr/>
        </p:nvSpPr>
        <p:spPr>
          <a:xfrm>
            <a:off x="14114747" y="5320353"/>
            <a:ext cx="233012" cy="2330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71" name="SECTION 7 TITLE">
            <a:extLst>
              <a:ext uri="{FF2B5EF4-FFF2-40B4-BE49-F238E27FC236}">
                <a16:creationId xmlns:a16="http://schemas.microsoft.com/office/drawing/2014/main" id="{A7B4D120-2521-4726-9A0D-FBD002F7514F}"/>
              </a:ext>
            </a:extLst>
          </p:cNvPr>
          <p:cNvSpPr>
            <a:spLocks noGrp="1"/>
          </p:cNvSpPr>
          <p:nvPr/>
        </p:nvSpPr>
        <p:spPr>
          <a:xfrm>
            <a:off x="14414333" y="5259604"/>
            <a:ext cx="2704599" cy="3649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 fontScale="99538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OBSERVATION BY ZONE / MONTH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40BA5A83-04AA-4882-BAFE-B2BC3BBC8002}"/>
              </a:ext>
            </a:extLst>
          </p:cNvPr>
          <p:cNvSpPr>
            <a:spLocks noGrp="1"/>
          </p:cNvSpPr>
          <p:nvPr/>
        </p:nvSpPr>
        <p:spPr>
          <a:xfrm>
            <a:off x="199098" y="3581400"/>
            <a:ext cx="158890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90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03617884-2045-4332-8398-BEEBED1C2117}"/>
              </a:ext>
            </a:extLst>
          </p:cNvPr>
          <p:cNvSpPr>
            <a:spLocks noGrp="1"/>
          </p:cNvSpPr>
          <p:nvPr/>
        </p:nvSpPr>
        <p:spPr>
          <a:xfrm>
            <a:off x="1831835" y="3581400"/>
            <a:ext cx="60268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90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Z11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605ED5AF-F909-40E8-946E-62C251860B3C}"/>
              </a:ext>
            </a:extLst>
          </p:cNvPr>
          <p:cNvSpPr>
            <a:spLocks noGrp="1"/>
          </p:cNvSpPr>
          <p:nvPr/>
        </p:nvSpPr>
        <p:spPr>
          <a:xfrm>
            <a:off x="2467396" y="3581400"/>
            <a:ext cx="60268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90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Z12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4541C964-1E99-4F4E-BAC3-5A2D4F241250}"/>
              </a:ext>
            </a:extLst>
          </p:cNvPr>
          <p:cNvSpPr>
            <a:spLocks noGrp="1"/>
          </p:cNvSpPr>
          <p:nvPr/>
        </p:nvSpPr>
        <p:spPr>
          <a:xfrm>
            <a:off x="3081042" y="3581400"/>
            <a:ext cx="60268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90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Z13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5EECC123-EF0A-4593-88C1-00324771A8D5}"/>
              </a:ext>
            </a:extLst>
          </p:cNvPr>
          <p:cNvSpPr>
            <a:spLocks noGrp="1"/>
          </p:cNvSpPr>
          <p:nvPr/>
        </p:nvSpPr>
        <p:spPr>
          <a:xfrm>
            <a:off x="3683731" y="3581400"/>
            <a:ext cx="60268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90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Z14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1ADA27C-6912-4691-A8EC-6718A2CC19C5}"/>
              </a:ext>
            </a:extLst>
          </p:cNvPr>
          <p:cNvSpPr>
            <a:spLocks noGrp="1"/>
          </p:cNvSpPr>
          <p:nvPr/>
        </p:nvSpPr>
        <p:spPr>
          <a:xfrm>
            <a:off x="4286250" y="3552825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806" b="1">
                <a:solidFill>
                  <a:srgbClr val="082C68"/>
                </a:solidFill>
                <a:latin typeface="Arial"/>
                <a:ea typeface="Arial"/>
                <a:cs typeface="Arial"/>
              </a:rPr>
              <a:t>R4 Score</a:t>
            </a:r>
          </a:p>
        </p:txBody>
      </p:sp>
      <p:sp>
        <p:nvSpPr>
          <p:cNvPr id="178" name="Straight Connector 177">
            <a:extLst>
              <a:ext uri="{FF2B5EF4-FFF2-40B4-BE49-F238E27FC236}">
                <a16:creationId xmlns:a16="http://schemas.microsoft.com/office/drawing/2014/main" id="{7CEE5322-47F9-4175-85DB-FB8DDF968A25}"/>
              </a:ext>
            </a:extLst>
          </p:cNvPr>
          <p:cNvSpPr>
            <a:spLocks noGrp="1"/>
          </p:cNvSpPr>
          <p:nvPr/>
        </p:nvSpPr>
        <p:spPr>
          <a:xfrm>
            <a:off x="199098" y="3810000"/>
            <a:ext cx="4766715" cy="0"/>
          </a:xfrm>
          <a:prstGeom prst="line">
            <a:avLst/>
          </a:prstGeom>
          <a:noFill/>
          <a:ln w="9525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9" name="S1 CONTROL 1">
            <a:extLst>
              <a:ext uri="{FF2B5EF4-FFF2-40B4-BE49-F238E27FC236}">
                <a16:creationId xmlns:a16="http://schemas.microsoft.com/office/drawing/2014/main" id="{979B8D29-5682-435B-B782-D67A6055D8B1}"/>
              </a:ext>
            </a:extLst>
          </p:cNvPr>
          <p:cNvSpPr>
            <a:spLocks noGrp="1"/>
          </p:cNvSpPr>
          <p:nvPr/>
        </p:nvSpPr>
        <p:spPr>
          <a:xfrm>
            <a:off x="221014" y="3810000"/>
            <a:ext cx="1556031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8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Tools &amp; Equipment</a:t>
            </a:r>
          </a:p>
        </p:txBody>
      </p:sp>
      <p:sp>
        <p:nvSpPr>
          <p:cNvPr id="180" name="S1 1 1">
            <a:extLst>
              <a:ext uri="{FF2B5EF4-FFF2-40B4-BE49-F238E27FC236}">
                <a16:creationId xmlns:a16="http://schemas.microsoft.com/office/drawing/2014/main" id="{2D658E16-2E61-4B07-8866-F7D5C44D336E}"/>
              </a:ext>
            </a:extLst>
          </p:cNvPr>
          <p:cNvSpPr>
            <a:spLocks noGrp="1"/>
          </p:cNvSpPr>
          <p:nvPr/>
        </p:nvSpPr>
        <p:spPr>
          <a:xfrm>
            <a:off x="2070550" y="3857625"/>
            <a:ext cx="114300" cy="114300"/>
          </a:xfrm>
          <a:prstGeom prst="ellipse">
            <a:avLst/>
          </a:prstGeom>
          <a:solidFill>
            <a:srgbClr val="A5A5A5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1" name="S1 1 2">
            <a:extLst>
              <a:ext uri="{FF2B5EF4-FFF2-40B4-BE49-F238E27FC236}">
                <a16:creationId xmlns:a16="http://schemas.microsoft.com/office/drawing/2014/main" id="{23B89569-942B-4351-9293-601255C66A65}"/>
              </a:ext>
            </a:extLst>
          </p:cNvPr>
          <p:cNvSpPr>
            <a:spLocks noGrp="1"/>
          </p:cNvSpPr>
          <p:nvPr/>
        </p:nvSpPr>
        <p:spPr>
          <a:xfrm>
            <a:off x="2706112" y="3857625"/>
            <a:ext cx="114300" cy="114300"/>
          </a:xfrm>
          <a:prstGeom prst="ellipse">
            <a:avLst/>
          </a:prstGeom>
          <a:solidFill>
            <a:srgbClr val="00B050"/>
          </a:solidFill>
          <a:ln w="0">
            <a:solidFill>
              <a:srgbClr val="0791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2" name="S1 1 3">
            <a:extLst>
              <a:ext uri="{FF2B5EF4-FFF2-40B4-BE49-F238E27FC236}">
                <a16:creationId xmlns:a16="http://schemas.microsoft.com/office/drawing/2014/main" id="{22CB49C3-C8D7-4628-AFA2-D2BC4069AF62}"/>
              </a:ext>
            </a:extLst>
          </p:cNvPr>
          <p:cNvSpPr>
            <a:spLocks noGrp="1"/>
          </p:cNvSpPr>
          <p:nvPr/>
        </p:nvSpPr>
        <p:spPr>
          <a:xfrm>
            <a:off x="3319758" y="3857625"/>
            <a:ext cx="114300" cy="114300"/>
          </a:xfrm>
          <a:prstGeom prst="ellipse">
            <a:avLst/>
          </a:prstGeom>
          <a:solidFill>
            <a:srgbClr val="FFC000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3" name="S1 1 4">
            <a:extLst>
              <a:ext uri="{FF2B5EF4-FFF2-40B4-BE49-F238E27FC236}">
                <a16:creationId xmlns:a16="http://schemas.microsoft.com/office/drawing/2014/main" id="{6504C09E-BDBD-4138-9D30-4DB19633E0BC}"/>
              </a:ext>
            </a:extLst>
          </p:cNvPr>
          <p:cNvSpPr>
            <a:spLocks noGrp="1"/>
          </p:cNvSpPr>
          <p:nvPr/>
        </p:nvSpPr>
        <p:spPr>
          <a:xfrm>
            <a:off x="3922446" y="3857625"/>
            <a:ext cx="114300" cy="114300"/>
          </a:xfrm>
          <a:prstGeom prst="ellipse">
            <a:avLst/>
          </a:prstGeom>
          <a:solidFill>
            <a:srgbClr val="FFC000"/>
          </a:solidFill>
          <a:ln w="0">
            <a:solidFill>
              <a:srgbClr val="F0A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4" name="S1 1 5">
            <a:extLst>
              <a:ext uri="{FF2B5EF4-FFF2-40B4-BE49-F238E27FC236}">
                <a16:creationId xmlns:a16="http://schemas.microsoft.com/office/drawing/2014/main" id="{C8370E60-92D8-4F3F-A838-9A9005ADDDD4}"/>
              </a:ext>
            </a:extLst>
          </p:cNvPr>
          <p:cNvSpPr>
            <a:spLocks noGrp="1"/>
          </p:cNvSpPr>
          <p:nvPr/>
        </p:nvSpPr>
        <p:spPr>
          <a:xfrm>
            <a:off x="4286250" y="3800475"/>
            <a:ext cx="781050" cy="2095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814"/>
          </a:bodyPr>
          <a:lstStyle/>
          <a:p>
            <a:pPr algn="ctr">
              <a:buNone/>
              <a:defRPr sz="994" b="1">
                <a:solidFill>
                  <a:srgbClr val="082C68"/>
                </a:solidFill>
              </a:defRPr>
            </a:pPr>
            <a:r>
              <a:rPr sz="994" b="1">
                <a:solidFill>
                  <a:srgbClr val="082C68"/>
                </a:solidFill>
              </a:rPr>
              <a:t>65.00%</a:t>
            </a:r>
          </a:p>
        </p:txBody>
      </p:sp>
      <p:sp>
        <p:nvSpPr>
          <p:cNvPr id="185" name="Straight Connector 184">
            <a:extLst>
              <a:ext uri="{FF2B5EF4-FFF2-40B4-BE49-F238E27FC236}">
                <a16:creationId xmlns:a16="http://schemas.microsoft.com/office/drawing/2014/main" id="{3A3C399B-7B8C-4CB8-B7FB-9123BD87BC33}"/>
              </a:ext>
            </a:extLst>
          </p:cNvPr>
          <p:cNvSpPr>
            <a:spLocks noGrp="1"/>
          </p:cNvSpPr>
          <p:nvPr/>
        </p:nvSpPr>
        <p:spPr>
          <a:xfrm>
            <a:off x="199098" y="4019550"/>
            <a:ext cx="4766715" cy="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6" name="S1 CONTROL 2">
            <a:extLst>
              <a:ext uri="{FF2B5EF4-FFF2-40B4-BE49-F238E27FC236}">
                <a16:creationId xmlns:a16="http://schemas.microsoft.com/office/drawing/2014/main" id="{C2559FAE-5E68-4A5F-A654-EFA7232E10E3}"/>
              </a:ext>
            </a:extLst>
          </p:cNvPr>
          <p:cNvSpPr>
            <a:spLocks noGrp="1"/>
          </p:cNvSpPr>
          <p:nvPr/>
        </p:nvSpPr>
        <p:spPr>
          <a:xfrm>
            <a:off x="221014" y="4019550"/>
            <a:ext cx="1556031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8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Line of Fire</a:t>
            </a:r>
          </a:p>
        </p:txBody>
      </p:sp>
      <p:sp>
        <p:nvSpPr>
          <p:cNvPr id="187" name="S1 2 1">
            <a:extLst>
              <a:ext uri="{FF2B5EF4-FFF2-40B4-BE49-F238E27FC236}">
                <a16:creationId xmlns:a16="http://schemas.microsoft.com/office/drawing/2014/main" id="{5953C8A6-04D4-41E0-9586-26AF381174AB}"/>
              </a:ext>
            </a:extLst>
          </p:cNvPr>
          <p:cNvSpPr>
            <a:spLocks noGrp="1"/>
          </p:cNvSpPr>
          <p:nvPr/>
        </p:nvSpPr>
        <p:spPr>
          <a:xfrm>
            <a:off x="2070550" y="4067175"/>
            <a:ext cx="114300" cy="114300"/>
          </a:xfrm>
          <a:prstGeom prst="ellipse">
            <a:avLst/>
          </a:prstGeom>
          <a:solidFill>
            <a:srgbClr val="C00000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8" name="S1 2 2">
            <a:extLst>
              <a:ext uri="{FF2B5EF4-FFF2-40B4-BE49-F238E27FC236}">
                <a16:creationId xmlns:a16="http://schemas.microsoft.com/office/drawing/2014/main" id="{98CD03B7-6AD3-4B33-AE9D-8CE17B448BDD}"/>
              </a:ext>
            </a:extLst>
          </p:cNvPr>
          <p:cNvSpPr>
            <a:spLocks noGrp="1"/>
          </p:cNvSpPr>
          <p:nvPr/>
        </p:nvSpPr>
        <p:spPr>
          <a:xfrm>
            <a:off x="2706112" y="4067175"/>
            <a:ext cx="114300" cy="114300"/>
          </a:xfrm>
          <a:prstGeom prst="ellipse">
            <a:avLst/>
          </a:prstGeom>
          <a:solidFill>
            <a:srgbClr val="C00000"/>
          </a:solidFill>
          <a:ln w="0">
            <a:solidFill>
              <a:srgbClr val="E207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9" name="S1 2 3">
            <a:extLst>
              <a:ext uri="{FF2B5EF4-FFF2-40B4-BE49-F238E27FC236}">
                <a16:creationId xmlns:a16="http://schemas.microsoft.com/office/drawing/2014/main" id="{305C0B12-5BF7-4B5B-B497-3B718AAA05A6}"/>
              </a:ext>
            </a:extLst>
          </p:cNvPr>
          <p:cNvSpPr>
            <a:spLocks noGrp="1"/>
          </p:cNvSpPr>
          <p:nvPr/>
        </p:nvSpPr>
        <p:spPr>
          <a:xfrm>
            <a:off x="3319758" y="4067175"/>
            <a:ext cx="114300" cy="114300"/>
          </a:xfrm>
          <a:prstGeom prst="ellipse">
            <a:avLst/>
          </a:prstGeom>
          <a:solidFill>
            <a:srgbClr val="FFC000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0" name="S1 2 4">
            <a:extLst>
              <a:ext uri="{FF2B5EF4-FFF2-40B4-BE49-F238E27FC236}">
                <a16:creationId xmlns:a16="http://schemas.microsoft.com/office/drawing/2014/main" id="{C8F6E743-1B4B-485B-93F1-1F1FFE0679FF}"/>
              </a:ext>
            </a:extLst>
          </p:cNvPr>
          <p:cNvSpPr>
            <a:spLocks noGrp="1"/>
          </p:cNvSpPr>
          <p:nvPr/>
        </p:nvSpPr>
        <p:spPr>
          <a:xfrm>
            <a:off x="3922446" y="4067175"/>
            <a:ext cx="114300" cy="114300"/>
          </a:xfrm>
          <a:prstGeom prst="ellipse">
            <a:avLst/>
          </a:prstGeom>
          <a:solidFill>
            <a:srgbClr val="FFC000"/>
          </a:solidFill>
          <a:ln w="0">
            <a:solidFill>
              <a:srgbClr val="F0A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1" name="S1 2 5">
            <a:extLst>
              <a:ext uri="{FF2B5EF4-FFF2-40B4-BE49-F238E27FC236}">
                <a16:creationId xmlns:a16="http://schemas.microsoft.com/office/drawing/2014/main" id="{1873A36F-3D9E-4903-8CFB-D42F240CD3F9}"/>
              </a:ext>
            </a:extLst>
          </p:cNvPr>
          <p:cNvSpPr>
            <a:spLocks noGrp="1"/>
          </p:cNvSpPr>
          <p:nvPr/>
        </p:nvSpPr>
        <p:spPr>
          <a:xfrm>
            <a:off x="4286250" y="4010025"/>
            <a:ext cx="781050" cy="2095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814"/>
          </a:bodyPr>
          <a:lstStyle/>
          <a:p>
            <a:pPr algn="ctr">
              <a:buNone/>
              <a:defRPr sz="994" b="1">
                <a:solidFill>
                  <a:srgbClr val="082C68"/>
                </a:solidFill>
              </a:defRPr>
            </a:pPr>
            <a:r>
              <a:rPr sz="994" b="1">
                <a:solidFill>
                  <a:srgbClr val="082C68"/>
                </a:solidFill>
              </a:rPr>
              <a:t>52.63%</a:t>
            </a:r>
          </a:p>
        </p:txBody>
      </p:sp>
      <p:sp>
        <p:nvSpPr>
          <p:cNvPr id="192" name="Straight Connector 191">
            <a:extLst>
              <a:ext uri="{FF2B5EF4-FFF2-40B4-BE49-F238E27FC236}">
                <a16:creationId xmlns:a16="http://schemas.microsoft.com/office/drawing/2014/main" id="{FFB89D25-2B69-4B49-9DD5-D9F1FD5AC963}"/>
              </a:ext>
            </a:extLst>
          </p:cNvPr>
          <p:cNvSpPr>
            <a:spLocks noGrp="1"/>
          </p:cNvSpPr>
          <p:nvPr/>
        </p:nvSpPr>
        <p:spPr>
          <a:xfrm>
            <a:off x="199098" y="4229100"/>
            <a:ext cx="4766715" cy="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3" name="S1 CONTROL 3">
            <a:extLst>
              <a:ext uri="{FF2B5EF4-FFF2-40B4-BE49-F238E27FC236}">
                <a16:creationId xmlns:a16="http://schemas.microsoft.com/office/drawing/2014/main" id="{E692CCE5-4188-4CC0-BCF7-CA53FC4A46C5}"/>
              </a:ext>
            </a:extLst>
          </p:cNvPr>
          <p:cNvSpPr>
            <a:spLocks noGrp="1"/>
          </p:cNvSpPr>
          <p:nvPr/>
        </p:nvSpPr>
        <p:spPr>
          <a:xfrm>
            <a:off x="221014" y="4229100"/>
            <a:ext cx="1556031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8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Hot Work</a:t>
            </a:r>
          </a:p>
        </p:txBody>
      </p:sp>
      <p:sp>
        <p:nvSpPr>
          <p:cNvPr id="194" name="S1 3 1">
            <a:extLst>
              <a:ext uri="{FF2B5EF4-FFF2-40B4-BE49-F238E27FC236}">
                <a16:creationId xmlns:a16="http://schemas.microsoft.com/office/drawing/2014/main" id="{362AF147-7085-418E-BBA2-A2E856F89A22}"/>
              </a:ext>
            </a:extLst>
          </p:cNvPr>
          <p:cNvSpPr>
            <a:spLocks noGrp="1"/>
          </p:cNvSpPr>
          <p:nvPr/>
        </p:nvSpPr>
        <p:spPr>
          <a:xfrm>
            <a:off x="2070550" y="4276725"/>
            <a:ext cx="114300" cy="114300"/>
          </a:xfrm>
          <a:prstGeom prst="ellipse">
            <a:avLst/>
          </a:prstGeom>
          <a:solidFill>
            <a:srgbClr val="C00000"/>
          </a:solidFill>
          <a:ln w="0">
            <a:solidFill>
              <a:srgbClr val="E207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5" name="S1 3 2">
            <a:extLst>
              <a:ext uri="{FF2B5EF4-FFF2-40B4-BE49-F238E27FC236}">
                <a16:creationId xmlns:a16="http://schemas.microsoft.com/office/drawing/2014/main" id="{09996F3F-AA42-463B-B8A0-934F66DE0CA4}"/>
              </a:ext>
            </a:extLst>
          </p:cNvPr>
          <p:cNvSpPr>
            <a:spLocks noGrp="1"/>
          </p:cNvSpPr>
          <p:nvPr/>
        </p:nvSpPr>
        <p:spPr>
          <a:xfrm>
            <a:off x="2706112" y="4276725"/>
            <a:ext cx="114300" cy="114300"/>
          </a:xfrm>
          <a:prstGeom prst="ellipse">
            <a:avLst/>
          </a:prstGeom>
          <a:solidFill>
            <a:srgbClr val="FFC000"/>
          </a:solidFill>
          <a:ln w="0">
            <a:solidFill>
              <a:srgbClr val="F0A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6" name="S1 3 3">
            <a:extLst>
              <a:ext uri="{FF2B5EF4-FFF2-40B4-BE49-F238E27FC236}">
                <a16:creationId xmlns:a16="http://schemas.microsoft.com/office/drawing/2014/main" id="{E33B3EE8-925F-461F-BBA1-9690E56D717A}"/>
              </a:ext>
            </a:extLst>
          </p:cNvPr>
          <p:cNvSpPr>
            <a:spLocks noGrp="1"/>
          </p:cNvSpPr>
          <p:nvPr/>
        </p:nvSpPr>
        <p:spPr>
          <a:xfrm>
            <a:off x="3319758" y="4276725"/>
            <a:ext cx="114300" cy="114300"/>
          </a:xfrm>
          <a:prstGeom prst="ellipse">
            <a:avLst/>
          </a:prstGeom>
          <a:solidFill>
            <a:srgbClr val="C00000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7" name="S1 3 4">
            <a:extLst>
              <a:ext uri="{FF2B5EF4-FFF2-40B4-BE49-F238E27FC236}">
                <a16:creationId xmlns:a16="http://schemas.microsoft.com/office/drawing/2014/main" id="{50BC9068-E422-4513-9B8C-6163567E83BC}"/>
              </a:ext>
            </a:extLst>
          </p:cNvPr>
          <p:cNvSpPr>
            <a:spLocks noGrp="1"/>
          </p:cNvSpPr>
          <p:nvPr/>
        </p:nvSpPr>
        <p:spPr>
          <a:xfrm>
            <a:off x="3922446" y="4276725"/>
            <a:ext cx="114300" cy="114300"/>
          </a:xfrm>
          <a:prstGeom prst="ellipse">
            <a:avLst/>
          </a:prstGeom>
          <a:solidFill>
            <a:srgbClr val="C00000"/>
          </a:solidFill>
          <a:ln w="0">
            <a:solidFill>
              <a:srgbClr val="E207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8" name="S1 3 5">
            <a:extLst>
              <a:ext uri="{FF2B5EF4-FFF2-40B4-BE49-F238E27FC236}">
                <a16:creationId xmlns:a16="http://schemas.microsoft.com/office/drawing/2014/main" id="{2173313F-23B5-4FF1-A464-2EB5155D5F1A}"/>
              </a:ext>
            </a:extLst>
          </p:cNvPr>
          <p:cNvSpPr>
            <a:spLocks noGrp="1"/>
          </p:cNvSpPr>
          <p:nvPr/>
        </p:nvSpPr>
        <p:spPr>
          <a:xfrm>
            <a:off x="4286250" y="4219575"/>
            <a:ext cx="781050" cy="2095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814"/>
          </a:bodyPr>
          <a:lstStyle/>
          <a:p>
            <a:pPr algn="ctr">
              <a:buNone/>
              <a:defRPr sz="994" b="1">
                <a:solidFill>
                  <a:srgbClr val="082C68"/>
                </a:solidFill>
              </a:defRPr>
            </a:pPr>
            <a:r>
              <a:rPr sz="994" b="1">
                <a:solidFill>
                  <a:srgbClr val="082C68"/>
                </a:solidFill>
              </a:rPr>
              <a:t>41.51%</a:t>
            </a:r>
          </a:p>
        </p:txBody>
      </p:sp>
      <p:sp>
        <p:nvSpPr>
          <p:cNvPr id="199" name="Straight Connector 198">
            <a:extLst>
              <a:ext uri="{FF2B5EF4-FFF2-40B4-BE49-F238E27FC236}">
                <a16:creationId xmlns:a16="http://schemas.microsoft.com/office/drawing/2014/main" id="{957DB654-5A57-4E08-BF3E-512FAC602D55}"/>
              </a:ext>
            </a:extLst>
          </p:cNvPr>
          <p:cNvSpPr>
            <a:spLocks noGrp="1"/>
          </p:cNvSpPr>
          <p:nvPr/>
        </p:nvSpPr>
        <p:spPr>
          <a:xfrm>
            <a:off x="199098" y="4438650"/>
            <a:ext cx="4766715" cy="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0" name="S1 CONTROL 4">
            <a:extLst>
              <a:ext uri="{FF2B5EF4-FFF2-40B4-BE49-F238E27FC236}">
                <a16:creationId xmlns:a16="http://schemas.microsoft.com/office/drawing/2014/main" id="{C387FB2F-D6AE-439D-9CEB-4EE8090DEA1C}"/>
              </a:ext>
            </a:extLst>
          </p:cNvPr>
          <p:cNvSpPr>
            <a:spLocks noGrp="1"/>
          </p:cNvSpPr>
          <p:nvPr/>
        </p:nvSpPr>
        <p:spPr>
          <a:xfrm>
            <a:off x="221014" y="4438650"/>
            <a:ext cx="1556031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8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Confined Space Entry</a:t>
            </a:r>
          </a:p>
        </p:txBody>
      </p:sp>
      <p:sp>
        <p:nvSpPr>
          <p:cNvPr id="201" name="S1 4 1">
            <a:extLst>
              <a:ext uri="{FF2B5EF4-FFF2-40B4-BE49-F238E27FC236}">
                <a16:creationId xmlns:a16="http://schemas.microsoft.com/office/drawing/2014/main" id="{81466F90-36DA-45F1-AC84-1F913CFA7FFB}"/>
              </a:ext>
            </a:extLst>
          </p:cNvPr>
          <p:cNvSpPr>
            <a:spLocks noGrp="1"/>
          </p:cNvSpPr>
          <p:nvPr/>
        </p:nvSpPr>
        <p:spPr>
          <a:xfrm>
            <a:off x="2070550" y="4486275"/>
            <a:ext cx="114300" cy="114300"/>
          </a:xfrm>
          <a:prstGeom prst="ellipse">
            <a:avLst/>
          </a:prstGeom>
          <a:solidFill>
            <a:srgbClr val="FFC000"/>
          </a:solidFill>
          <a:ln w="0">
            <a:solidFill>
              <a:srgbClr val="F0A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2" name="S1 4 2">
            <a:extLst>
              <a:ext uri="{FF2B5EF4-FFF2-40B4-BE49-F238E27FC236}">
                <a16:creationId xmlns:a16="http://schemas.microsoft.com/office/drawing/2014/main" id="{8A3F9A6A-4F3B-457C-A200-AF903FC01423}"/>
              </a:ext>
            </a:extLst>
          </p:cNvPr>
          <p:cNvSpPr>
            <a:spLocks noGrp="1"/>
          </p:cNvSpPr>
          <p:nvPr/>
        </p:nvSpPr>
        <p:spPr>
          <a:xfrm>
            <a:off x="2706112" y="4486275"/>
            <a:ext cx="114300" cy="114300"/>
          </a:xfrm>
          <a:prstGeom prst="ellipse">
            <a:avLst/>
          </a:prstGeom>
          <a:solidFill>
            <a:srgbClr val="FFC000"/>
          </a:solidFill>
          <a:ln w="0">
            <a:solidFill>
              <a:srgbClr val="F0A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3" name="S1 4 3">
            <a:extLst>
              <a:ext uri="{FF2B5EF4-FFF2-40B4-BE49-F238E27FC236}">
                <a16:creationId xmlns:a16="http://schemas.microsoft.com/office/drawing/2014/main" id="{DEF236E3-F526-4823-86B7-37255AC14C33}"/>
              </a:ext>
            </a:extLst>
          </p:cNvPr>
          <p:cNvSpPr>
            <a:spLocks noGrp="1"/>
          </p:cNvSpPr>
          <p:nvPr/>
        </p:nvSpPr>
        <p:spPr>
          <a:xfrm>
            <a:off x="3319758" y="4486275"/>
            <a:ext cx="114300" cy="114300"/>
          </a:xfrm>
          <a:prstGeom prst="ellipse">
            <a:avLst/>
          </a:prstGeom>
          <a:solidFill>
            <a:srgbClr val="A5A5A5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4" name="S1 4 4">
            <a:extLst>
              <a:ext uri="{FF2B5EF4-FFF2-40B4-BE49-F238E27FC236}">
                <a16:creationId xmlns:a16="http://schemas.microsoft.com/office/drawing/2014/main" id="{FD730A35-C00A-464D-99A5-F848CDE4B004}"/>
              </a:ext>
            </a:extLst>
          </p:cNvPr>
          <p:cNvSpPr>
            <a:spLocks noGrp="1"/>
          </p:cNvSpPr>
          <p:nvPr/>
        </p:nvSpPr>
        <p:spPr>
          <a:xfrm>
            <a:off x="3922446" y="4486275"/>
            <a:ext cx="114300" cy="114300"/>
          </a:xfrm>
          <a:prstGeom prst="ellipse">
            <a:avLst/>
          </a:prstGeom>
          <a:solidFill>
            <a:srgbClr val="A5A5A5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5" name="S1 4 5">
            <a:extLst>
              <a:ext uri="{FF2B5EF4-FFF2-40B4-BE49-F238E27FC236}">
                <a16:creationId xmlns:a16="http://schemas.microsoft.com/office/drawing/2014/main" id="{17C1416F-503D-44C7-9765-FE2C640D92D3}"/>
              </a:ext>
            </a:extLst>
          </p:cNvPr>
          <p:cNvSpPr>
            <a:spLocks noGrp="1"/>
          </p:cNvSpPr>
          <p:nvPr/>
        </p:nvSpPr>
        <p:spPr>
          <a:xfrm>
            <a:off x="4286250" y="4429125"/>
            <a:ext cx="781050" cy="2095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814"/>
          </a:bodyPr>
          <a:lstStyle/>
          <a:p>
            <a:pPr algn="ctr">
              <a:buNone/>
              <a:defRPr sz="994" b="1">
                <a:solidFill>
                  <a:srgbClr val="082C68"/>
                </a:solidFill>
              </a:defRPr>
            </a:pPr>
            <a:r>
              <a:rPr sz="994" b="1">
                <a:solidFill>
                  <a:srgbClr val="082C68"/>
                </a:solidFill>
              </a:rPr>
              <a:t>57.69%</a:t>
            </a:r>
          </a:p>
        </p:txBody>
      </p:sp>
      <p:sp>
        <p:nvSpPr>
          <p:cNvPr id="206" name="Straight Connector 205">
            <a:extLst>
              <a:ext uri="{FF2B5EF4-FFF2-40B4-BE49-F238E27FC236}">
                <a16:creationId xmlns:a16="http://schemas.microsoft.com/office/drawing/2014/main" id="{EADC3C2B-FE10-401B-A14B-82216C2187ED}"/>
              </a:ext>
            </a:extLst>
          </p:cNvPr>
          <p:cNvSpPr>
            <a:spLocks noGrp="1"/>
          </p:cNvSpPr>
          <p:nvPr/>
        </p:nvSpPr>
        <p:spPr>
          <a:xfrm>
            <a:off x="199098" y="4648200"/>
            <a:ext cx="4766715" cy="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7" name="S1 CONTROL 5">
            <a:extLst>
              <a:ext uri="{FF2B5EF4-FFF2-40B4-BE49-F238E27FC236}">
                <a16:creationId xmlns:a16="http://schemas.microsoft.com/office/drawing/2014/main" id="{7F4C7F96-D34E-4C34-9634-C7BBB6A316F4}"/>
              </a:ext>
            </a:extLst>
          </p:cNvPr>
          <p:cNvSpPr>
            <a:spLocks noGrp="1"/>
          </p:cNvSpPr>
          <p:nvPr/>
        </p:nvSpPr>
        <p:spPr>
          <a:xfrm>
            <a:off x="221014" y="4648200"/>
            <a:ext cx="1556031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l">
              <a:buNone/>
              <a:defRPr sz="7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Powered System / IHE</a:t>
            </a:r>
          </a:p>
        </p:txBody>
      </p:sp>
      <p:sp>
        <p:nvSpPr>
          <p:cNvPr id="208" name="S1 5 1">
            <a:extLst>
              <a:ext uri="{FF2B5EF4-FFF2-40B4-BE49-F238E27FC236}">
                <a16:creationId xmlns:a16="http://schemas.microsoft.com/office/drawing/2014/main" id="{673234FD-B9FB-4E17-9B59-3036DD2C8AA7}"/>
              </a:ext>
            </a:extLst>
          </p:cNvPr>
          <p:cNvSpPr>
            <a:spLocks noGrp="1"/>
          </p:cNvSpPr>
          <p:nvPr/>
        </p:nvSpPr>
        <p:spPr>
          <a:xfrm>
            <a:off x="2070550" y="4695825"/>
            <a:ext cx="114300" cy="114300"/>
          </a:xfrm>
          <a:prstGeom prst="ellipse">
            <a:avLst/>
          </a:prstGeom>
          <a:solidFill>
            <a:srgbClr val="A5A5A5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9" name="S1 5 2">
            <a:extLst>
              <a:ext uri="{FF2B5EF4-FFF2-40B4-BE49-F238E27FC236}">
                <a16:creationId xmlns:a16="http://schemas.microsoft.com/office/drawing/2014/main" id="{A05EFBD6-4F63-4F76-8CBC-82B784DAF6CE}"/>
              </a:ext>
            </a:extLst>
          </p:cNvPr>
          <p:cNvSpPr>
            <a:spLocks noGrp="1"/>
          </p:cNvSpPr>
          <p:nvPr/>
        </p:nvSpPr>
        <p:spPr>
          <a:xfrm>
            <a:off x="2706112" y="4695825"/>
            <a:ext cx="114300" cy="114300"/>
          </a:xfrm>
          <a:prstGeom prst="ellipse">
            <a:avLst/>
          </a:prstGeom>
          <a:solidFill>
            <a:srgbClr val="FFC000"/>
          </a:solidFill>
          <a:ln w="0">
            <a:solidFill>
              <a:srgbClr val="F0A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0" name="S1 5 3">
            <a:extLst>
              <a:ext uri="{FF2B5EF4-FFF2-40B4-BE49-F238E27FC236}">
                <a16:creationId xmlns:a16="http://schemas.microsoft.com/office/drawing/2014/main" id="{D4B312C5-24BE-4521-809F-8CE265DB294D}"/>
              </a:ext>
            </a:extLst>
          </p:cNvPr>
          <p:cNvSpPr>
            <a:spLocks noGrp="1"/>
          </p:cNvSpPr>
          <p:nvPr/>
        </p:nvSpPr>
        <p:spPr>
          <a:xfrm>
            <a:off x="3319758" y="4695825"/>
            <a:ext cx="114300" cy="114300"/>
          </a:xfrm>
          <a:prstGeom prst="ellipse">
            <a:avLst/>
          </a:prstGeom>
          <a:solidFill>
            <a:srgbClr val="FFC000"/>
          </a:solidFill>
          <a:ln w="0">
            <a:solidFill>
              <a:srgbClr val="F0A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1" name="S1 5 4">
            <a:extLst>
              <a:ext uri="{FF2B5EF4-FFF2-40B4-BE49-F238E27FC236}">
                <a16:creationId xmlns:a16="http://schemas.microsoft.com/office/drawing/2014/main" id="{FA8B4922-CAB3-4784-9809-199E733923E1}"/>
              </a:ext>
            </a:extLst>
          </p:cNvPr>
          <p:cNvSpPr>
            <a:spLocks noGrp="1"/>
          </p:cNvSpPr>
          <p:nvPr/>
        </p:nvSpPr>
        <p:spPr>
          <a:xfrm>
            <a:off x="3922446" y="4695825"/>
            <a:ext cx="114300" cy="114300"/>
          </a:xfrm>
          <a:prstGeom prst="ellipse">
            <a:avLst/>
          </a:prstGeom>
          <a:solidFill>
            <a:srgbClr val="FFC000"/>
          </a:solidFill>
          <a:ln w="0">
            <a:solidFill>
              <a:srgbClr val="F0A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2" name="S1 5 5">
            <a:extLst>
              <a:ext uri="{FF2B5EF4-FFF2-40B4-BE49-F238E27FC236}">
                <a16:creationId xmlns:a16="http://schemas.microsoft.com/office/drawing/2014/main" id="{DEFAE18E-F7C2-4E24-A29D-92A4E683D37C}"/>
              </a:ext>
            </a:extLst>
          </p:cNvPr>
          <p:cNvSpPr>
            <a:spLocks noGrp="1"/>
          </p:cNvSpPr>
          <p:nvPr/>
        </p:nvSpPr>
        <p:spPr>
          <a:xfrm>
            <a:off x="4286250" y="4638675"/>
            <a:ext cx="781050" cy="2095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814"/>
          </a:bodyPr>
          <a:lstStyle/>
          <a:p>
            <a:pPr algn="ctr">
              <a:buNone/>
              <a:defRPr sz="994" b="1">
                <a:solidFill>
                  <a:srgbClr val="082C68"/>
                </a:solidFill>
              </a:defRPr>
            </a:pPr>
            <a:r>
              <a:rPr sz="994" b="1">
                <a:solidFill>
                  <a:srgbClr val="082C68"/>
                </a:solidFill>
              </a:rPr>
              <a:t>68.75%</a:t>
            </a:r>
          </a:p>
        </p:txBody>
      </p:sp>
      <p:sp>
        <p:nvSpPr>
          <p:cNvPr id="213" name="Straight Connector 212">
            <a:extLst>
              <a:ext uri="{FF2B5EF4-FFF2-40B4-BE49-F238E27FC236}">
                <a16:creationId xmlns:a16="http://schemas.microsoft.com/office/drawing/2014/main" id="{2E920032-59DC-443C-A363-39B2091CAB3A}"/>
              </a:ext>
            </a:extLst>
          </p:cNvPr>
          <p:cNvSpPr>
            <a:spLocks noGrp="1"/>
          </p:cNvSpPr>
          <p:nvPr/>
        </p:nvSpPr>
        <p:spPr>
          <a:xfrm>
            <a:off x="199098" y="4857750"/>
            <a:ext cx="4766715" cy="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4" name="S1 CONTROL 6">
            <a:extLst>
              <a:ext uri="{FF2B5EF4-FFF2-40B4-BE49-F238E27FC236}">
                <a16:creationId xmlns:a16="http://schemas.microsoft.com/office/drawing/2014/main" id="{64306D83-0AF2-4FEB-9B39-07F9CD4F2C59}"/>
              </a:ext>
            </a:extLst>
          </p:cNvPr>
          <p:cNvSpPr>
            <a:spLocks noGrp="1"/>
          </p:cNvSpPr>
          <p:nvPr/>
        </p:nvSpPr>
        <p:spPr>
          <a:xfrm>
            <a:off x="221014" y="4857750"/>
            <a:ext cx="1556031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8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Lifting &amp; Rigging</a:t>
            </a:r>
          </a:p>
        </p:txBody>
      </p:sp>
      <p:sp>
        <p:nvSpPr>
          <p:cNvPr id="215" name="S1 6 1">
            <a:extLst>
              <a:ext uri="{FF2B5EF4-FFF2-40B4-BE49-F238E27FC236}">
                <a16:creationId xmlns:a16="http://schemas.microsoft.com/office/drawing/2014/main" id="{72DFF7A3-53F8-422D-8CE7-D5206F927870}"/>
              </a:ext>
            </a:extLst>
          </p:cNvPr>
          <p:cNvSpPr>
            <a:spLocks noGrp="1"/>
          </p:cNvSpPr>
          <p:nvPr/>
        </p:nvSpPr>
        <p:spPr>
          <a:xfrm>
            <a:off x="2070550" y="4905375"/>
            <a:ext cx="114300" cy="114300"/>
          </a:xfrm>
          <a:prstGeom prst="ellipse">
            <a:avLst/>
          </a:prstGeom>
          <a:solidFill>
            <a:srgbClr val="00B050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6" name="S1 6 2">
            <a:extLst>
              <a:ext uri="{FF2B5EF4-FFF2-40B4-BE49-F238E27FC236}">
                <a16:creationId xmlns:a16="http://schemas.microsoft.com/office/drawing/2014/main" id="{E683AB90-222A-40B1-BAA5-400CD35DDC32}"/>
              </a:ext>
            </a:extLst>
          </p:cNvPr>
          <p:cNvSpPr>
            <a:spLocks noGrp="1"/>
          </p:cNvSpPr>
          <p:nvPr/>
        </p:nvSpPr>
        <p:spPr>
          <a:xfrm>
            <a:off x="2706112" y="4905375"/>
            <a:ext cx="114300" cy="114300"/>
          </a:xfrm>
          <a:prstGeom prst="ellipse">
            <a:avLst/>
          </a:prstGeom>
          <a:solidFill>
            <a:srgbClr val="A5A5A5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7" name="S1 6 3">
            <a:extLst>
              <a:ext uri="{FF2B5EF4-FFF2-40B4-BE49-F238E27FC236}">
                <a16:creationId xmlns:a16="http://schemas.microsoft.com/office/drawing/2014/main" id="{9B7948E1-A0CC-419C-9491-7388E726BFE0}"/>
              </a:ext>
            </a:extLst>
          </p:cNvPr>
          <p:cNvSpPr>
            <a:spLocks noGrp="1"/>
          </p:cNvSpPr>
          <p:nvPr/>
        </p:nvSpPr>
        <p:spPr>
          <a:xfrm>
            <a:off x="3319758" y="4905375"/>
            <a:ext cx="114300" cy="114300"/>
          </a:xfrm>
          <a:prstGeom prst="ellipse">
            <a:avLst/>
          </a:prstGeom>
          <a:solidFill>
            <a:srgbClr val="A5A5A5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8" name="S1 6 4">
            <a:extLst>
              <a:ext uri="{FF2B5EF4-FFF2-40B4-BE49-F238E27FC236}">
                <a16:creationId xmlns:a16="http://schemas.microsoft.com/office/drawing/2014/main" id="{931CF1D6-A1FE-4550-A1B2-92D34CB7B72F}"/>
              </a:ext>
            </a:extLst>
          </p:cNvPr>
          <p:cNvSpPr>
            <a:spLocks noGrp="1"/>
          </p:cNvSpPr>
          <p:nvPr/>
        </p:nvSpPr>
        <p:spPr>
          <a:xfrm>
            <a:off x="3922446" y="4905375"/>
            <a:ext cx="114300" cy="114300"/>
          </a:xfrm>
          <a:prstGeom prst="ellipse">
            <a:avLst/>
          </a:prstGeom>
          <a:solidFill>
            <a:srgbClr val="A5A5A5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9" name="S1 6 5">
            <a:extLst>
              <a:ext uri="{FF2B5EF4-FFF2-40B4-BE49-F238E27FC236}">
                <a16:creationId xmlns:a16="http://schemas.microsoft.com/office/drawing/2014/main" id="{FE3A7F1B-CFA8-47B7-8EFB-269C5AD9947F}"/>
              </a:ext>
            </a:extLst>
          </p:cNvPr>
          <p:cNvSpPr>
            <a:spLocks noGrp="1"/>
          </p:cNvSpPr>
          <p:nvPr/>
        </p:nvSpPr>
        <p:spPr>
          <a:xfrm>
            <a:off x="4286250" y="4848225"/>
            <a:ext cx="781050" cy="2095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814"/>
          </a:bodyPr>
          <a:lstStyle/>
          <a:p>
            <a:pPr algn="ctr">
              <a:buNone/>
              <a:defRPr sz="994" b="1">
                <a:solidFill>
                  <a:srgbClr val="082C68"/>
                </a:solidFill>
              </a:defRPr>
            </a:pPr>
            <a:r>
              <a:rPr sz="994" b="1">
                <a:solidFill>
                  <a:srgbClr val="082C68"/>
                </a:solidFill>
              </a:rPr>
              <a:t>89.47%</a:t>
            </a:r>
          </a:p>
        </p:txBody>
      </p:sp>
      <p:sp>
        <p:nvSpPr>
          <p:cNvPr id="220" name="Straight Connector 219">
            <a:extLst>
              <a:ext uri="{FF2B5EF4-FFF2-40B4-BE49-F238E27FC236}">
                <a16:creationId xmlns:a16="http://schemas.microsoft.com/office/drawing/2014/main" id="{2E9ACA42-9287-4448-95B2-C2AB35814D47}"/>
              </a:ext>
            </a:extLst>
          </p:cNvPr>
          <p:cNvSpPr>
            <a:spLocks noGrp="1"/>
          </p:cNvSpPr>
          <p:nvPr/>
        </p:nvSpPr>
        <p:spPr>
          <a:xfrm>
            <a:off x="199098" y="5067300"/>
            <a:ext cx="4766715" cy="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1" name="S1 CONTROL 7">
            <a:extLst>
              <a:ext uri="{FF2B5EF4-FFF2-40B4-BE49-F238E27FC236}">
                <a16:creationId xmlns:a16="http://schemas.microsoft.com/office/drawing/2014/main" id="{35DE282E-225E-4263-A47A-C59E110FCDEF}"/>
              </a:ext>
            </a:extLst>
          </p:cNvPr>
          <p:cNvSpPr>
            <a:spLocks noGrp="1"/>
          </p:cNvSpPr>
          <p:nvPr/>
        </p:nvSpPr>
        <p:spPr>
          <a:xfrm>
            <a:off x="221014" y="5067300"/>
            <a:ext cx="1556031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8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Work at Height</a:t>
            </a:r>
          </a:p>
        </p:txBody>
      </p:sp>
      <p:sp>
        <p:nvSpPr>
          <p:cNvPr id="222" name="S1 7 1">
            <a:extLst>
              <a:ext uri="{FF2B5EF4-FFF2-40B4-BE49-F238E27FC236}">
                <a16:creationId xmlns:a16="http://schemas.microsoft.com/office/drawing/2014/main" id="{54FF6461-4601-44BC-9A30-F49CB2528F41}"/>
              </a:ext>
            </a:extLst>
          </p:cNvPr>
          <p:cNvSpPr>
            <a:spLocks noGrp="1"/>
          </p:cNvSpPr>
          <p:nvPr/>
        </p:nvSpPr>
        <p:spPr>
          <a:xfrm>
            <a:off x="2070550" y="5114925"/>
            <a:ext cx="114300" cy="114300"/>
          </a:xfrm>
          <a:prstGeom prst="ellipse">
            <a:avLst/>
          </a:prstGeom>
          <a:solidFill>
            <a:srgbClr val="C00000"/>
          </a:solidFill>
          <a:ln w="0">
            <a:solidFill>
              <a:srgbClr val="E207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3" name="S1 7 2">
            <a:extLst>
              <a:ext uri="{FF2B5EF4-FFF2-40B4-BE49-F238E27FC236}">
                <a16:creationId xmlns:a16="http://schemas.microsoft.com/office/drawing/2014/main" id="{BDA1C784-468C-4F90-A282-52DEF24C881D}"/>
              </a:ext>
            </a:extLst>
          </p:cNvPr>
          <p:cNvSpPr>
            <a:spLocks noGrp="1"/>
          </p:cNvSpPr>
          <p:nvPr/>
        </p:nvSpPr>
        <p:spPr>
          <a:xfrm>
            <a:off x="2706112" y="5114925"/>
            <a:ext cx="114300" cy="114300"/>
          </a:xfrm>
          <a:prstGeom prst="ellipse">
            <a:avLst/>
          </a:prstGeom>
          <a:solidFill>
            <a:srgbClr val="C00000"/>
          </a:solidFill>
          <a:ln w="0">
            <a:solidFill>
              <a:srgbClr val="E207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4" name="S1 7 3">
            <a:extLst>
              <a:ext uri="{FF2B5EF4-FFF2-40B4-BE49-F238E27FC236}">
                <a16:creationId xmlns:a16="http://schemas.microsoft.com/office/drawing/2014/main" id="{ACEE1920-F14F-4E04-9F9B-689700EE55B0}"/>
              </a:ext>
            </a:extLst>
          </p:cNvPr>
          <p:cNvSpPr>
            <a:spLocks noGrp="1"/>
          </p:cNvSpPr>
          <p:nvPr/>
        </p:nvSpPr>
        <p:spPr>
          <a:xfrm>
            <a:off x="3319758" y="5114925"/>
            <a:ext cx="114300" cy="114300"/>
          </a:xfrm>
          <a:prstGeom prst="ellipse">
            <a:avLst/>
          </a:prstGeom>
          <a:solidFill>
            <a:srgbClr val="C00000"/>
          </a:solidFill>
          <a:ln w="0">
            <a:solidFill>
              <a:srgbClr val="E207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5" name="S1 7 4">
            <a:extLst>
              <a:ext uri="{FF2B5EF4-FFF2-40B4-BE49-F238E27FC236}">
                <a16:creationId xmlns:a16="http://schemas.microsoft.com/office/drawing/2014/main" id="{789AA0CD-1397-409B-8178-82483130F2A7}"/>
              </a:ext>
            </a:extLst>
          </p:cNvPr>
          <p:cNvSpPr>
            <a:spLocks noGrp="1"/>
          </p:cNvSpPr>
          <p:nvPr/>
        </p:nvSpPr>
        <p:spPr>
          <a:xfrm>
            <a:off x="3922446" y="5114925"/>
            <a:ext cx="114300" cy="114300"/>
          </a:xfrm>
          <a:prstGeom prst="ellipse">
            <a:avLst/>
          </a:prstGeom>
          <a:solidFill>
            <a:srgbClr val="C00000"/>
          </a:solidFill>
          <a:ln w="0">
            <a:solidFill>
              <a:srgbClr val="E207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6" name="S1 7 5">
            <a:extLst>
              <a:ext uri="{FF2B5EF4-FFF2-40B4-BE49-F238E27FC236}">
                <a16:creationId xmlns:a16="http://schemas.microsoft.com/office/drawing/2014/main" id="{9464213E-9C72-4B60-BC7B-580A45DBC8C7}"/>
              </a:ext>
            </a:extLst>
          </p:cNvPr>
          <p:cNvSpPr>
            <a:spLocks noGrp="1"/>
          </p:cNvSpPr>
          <p:nvPr/>
        </p:nvSpPr>
        <p:spPr>
          <a:xfrm>
            <a:off x="4286250" y="5057775"/>
            <a:ext cx="781050" cy="2095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814"/>
          </a:bodyPr>
          <a:lstStyle/>
          <a:p>
            <a:pPr algn="ctr">
              <a:buNone/>
              <a:defRPr sz="994" b="1">
                <a:solidFill>
                  <a:srgbClr val="082C68"/>
                </a:solidFill>
              </a:defRPr>
            </a:pPr>
            <a:r>
              <a:rPr sz="994" b="1">
                <a:solidFill>
                  <a:srgbClr val="082C68"/>
                </a:solidFill>
              </a:rPr>
              <a:t>37.89%</a:t>
            </a:r>
          </a:p>
        </p:txBody>
      </p:sp>
      <p:sp>
        <p:nvSpPr>
          <p:cNvPr id="227" name="Straight Connector 226">
            <a:extLst>
              <a:ext uri="{FF2B5EF4-FFF2-40B4-BE49-F238E27FC236}">
                <a16:creationId xmlns:a16="http://schemas.microsoft.com/office/drawing/2014/main" id="{87089284-2F3A-4B4D-9D86-B1C1B852180E}"/>
              </a:ext>
            </a:extLst>
          </p:cNvPr>
          <p:cNvSpPr>
            <a:spLocks noGrp="1"/>
          </p:cNvSpPr>
          <p:nvPr/>
        </p:nvSpPr>
        <p:spPr>
          <a:xfrm>
            <a:off x="199098" y="5276850"/>
            <a:ext cx="4766715" cy="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8" name="S1 CONTROL 8">
            <a:extLst>
              <a:ext uri="{FF2B5EF4-FFF2-40B4-BE49-F238E27FC236}">
                <a16:creationId xmlns:a16="http://schemas.microsoft.com/office/drawing/2014/main" id="{492E20BA-A3FE-49DA-9D54-90A9E3DB12E8}"/>
              </a:ext>
            </a:extLst>
          </p:cNvPr>
          <p:cNvSpPr>
            <a:spLocks noGrp="1"/>
          </p:cNvSpPr>
          <p:nvPr/>
        </p:nvSpPr>
        <p:spPr>
          <a:xfrm>
            <a:off x="221014" y="5276850"/>
            <a:ext cx="1767806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l">
              <a:buNone/>
              <a:defRPr sz="8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Ground Disturbance/Excavation</a:t>
            </a:r>
          </a:p>
        </p:txBody>
      </p:sp>
      <p:sp>
        <p:nvSpPr>
          <p:cNvPr id="229" name="S1 8 1">
            <a:extLst>
              <a:ext uri="{FF2B5EF4-FFF2-40B4-BE49-F238E27FC236}">
                <a16:creationId xmlns:a16="http://schemas.microsoft.com/office/drawing/2014/main" id="{E2A85F9B-6667-4863-9FBA-D0750B51382C}"/>
              </a:ext>
            </a:extLst>
          </p:cNvPr>
          <p:cNvSpPr>
            <a:spLocks noGrp="1"/>
          </p:cNvSpPr>
          <p:nvPr/>
        </p:nvSpPr>
        <p:spPr>
          <a:xfrm>
            <a:off x="2070550" y="5324475"/>
            <a:ext cx="114300" cy="114300"/>
          </a:xfrm>
          <a:prstGeom prst="ellipse">
            <a:avLst/>
          </a:prstGeom>
          <a:solidFill>
            <a:srgbClr val="A5A5A5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0" name="S1 8 2">
            <a:extLst>
              <a:ext uri="{FF2B5EF4-FFF2-40B4-BE49-F238E27FC236}">
                <a16:creationId xmlns:a16="http://schemas.microsoft.com/office/drawing/2014/main" id="{4ACC0904-512C-403F-8F34-4BA11C66EAED}"/>
              </a:ext>
            </a:extLst>
          </p:cNvPr>
          <p:cNvSpPr>
            <a:spLocks noGrp="1"/>
          </p:cNvSpPr>
          <p:nvPr/>
        </p:nvSpPr>
        <p:spPr>
          <a:xfrm>
            <a:off x="2706112" y="5324475"/>
            <a:ext cx="114300" cy="114300"/>
          </a:xfrm>
          <a:prstGeom prst="ellipse">
            <a:avLst/>
          </a:prstGeom>
          <a:solidFill>
            <a:srgbClr val="FFC000"/>
          </a:solidFill>
          <a:ln w="0">
            <a:solidFill>
              <a:srgbClr val="F0A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1" name="S1 8 3">
            <a:extLst>
              <a:ext uri="{FF2B5EF4-FFF2-40B4-BE49-F238E27FC236}">
                <a16:creationId xmlns:a16="http://schemas.microsoft.com/office/drawing/2014/main" id="{B5AC50E6-F457-4936-8F4A-EE6319F7C57D}"/>
              </a:ext>
            </a:extLst>
          </p:cNvPr>
          <p:cNvSpPr>
            <a:spLocks noGrp="1"/>
          </p:cNvSpPr>
          <p:nvPr/>
        </p:nvSpPr>
        <p:spPr>
          <a:xfrm>
            <a:off x="3319758" y="5324475"/>
            <a:ext cx="114300" cy="114300"/>
          </a:xfrm>
          <a:prstGeom prst="ellipse">
            <a:avLst/>
          </a:prstGeom>
          <a:solidFill>
            <a:srgbClr val="FFC000"/>
          </a:solidFill>
          <a:ln w="0">
            <a:solidFill>
              <a:srgbClr val="F0A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2" name="S1 8 4">
            <a:extLst>
              <a:ext uri="{FF2B5EF4-FFF2-40B4-BE49-F238E27FC236}">
                <a16:creationId xmlns:a16="http://schemas.microsoft.com/office/drawing/2014/main" id="{84BA9A57-4567-460D-8D08-CAE8B85F1FC4}"/>
              </a:ext>
            </a:extLst>
          </p:cNvPr>
          <p:cNvSpPr>
            <a:spLocks noGrp="1"/>
          </p:cNvSpPr>
          <p:nvPr/>
        </p:nvSpPr>
        <p:spPr>
          <a:xfrm>
            <a:off x="3922446" y="5324475"/>
            <a:ext cx="114300" cy="114300"/>
          </a:xfrm>
          <a:prstGeom prst="ellipse">
            <a:avLst/>
          </a:prstGeom>
          <a:solidFill>
            <a:srgbClr val="FFC000"/>
          </a:solidFill>
          <a:ln w="0">
            <a:solidFill>
              <a:srgbClr val="F0A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3" name="S1 8 5">
            <a:extLst>
              <a:ext uri="{FF2B5EF4-FFF2-40B4-BE49-F238E27FC236}">
                <a16:creationId xmlns:a16="http://schemas.microsoft.com/office/drawing/2014/main" id="{7A00FBA4-D1C6-471E-BED5-5F97AC82DED7}"/>
              </a:ext>
            </a:extLst>
          </p:cNvPr>
          <p:cNvSpPr>
            <a:spLocks noGrp="1"/>
          </p:cNvSpPr>
          <p:nvPr/>
        </p:nvSpPr>
        <p:spPr>
          <a:xfrm>
            <a:off x="4286250" y="5267325"/>
            <a:ext cx="781050" cy="2095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814"/>
          </a:bodyPr>
          <a:lstStyle/>
          <a:p>
            <a:pPr algn="ctr">
              <a:buNone/>
              <a:defRPr sz="994" b="1">
                <a:solidFill>
                  <a:srgbClr val="082C68"/>
                </a:solidFill>
              </a:defRPr>
            </a:pPr>
            <a:r>
              <a:rPr sz="994" b="1">
                <a:solidFill>
                  <a:srgbClr val="082C68"/>
                </a:solidFill>
              </a:rPr>
              <a:t>66.67%</a:t>
            </a:r>
          </a:p>
        </p:txBody>
      </p:sp>
      <p:sp>
        <p:nvSpPr>
          <p:cNvPr id="234" name="Straight Connector 233">
            <a:extLst>
              <a:ext uri="{FF2B5EF4-FFF2-40B4-BE49-F238E27FC236}">
                <a16:creationId xmlns:a16="http://schemas.microsoft.com/office/drawing/2014/main" id="{06166B54-AD9A-4EFE-9117-909E1B1246E3}"/>
              </a:ext>
            </a:extLst>
          </p:cNvPr>
          <p:cNvSpPr>
            <a:spLocks noGrp="1"/>
          </p:cNvSpPr>
          <p:nvPr/>
        </p:nvSpPr>
        <p:spPr>
          <a:xfrm>
            <a:off x="199098" y="5486400"/>
            <a:ext cx="4766715" cy="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5" name="S1 CONTROL 9">
            <a:extLst>
              <a:ext uri="{FF2B5EF4-FFF2-40B4-BE49-F238E27FC236}">
                <a16:creationId xmlns:a16="http://schemas.microsoft.com/office/drawing/2014/main" id="{2EEDAED2-DA07-4AAF-AF00-CC4380044514}"/>
              </a:ext>
            </a:extLst>
          </p:cNvPr>
          <p:cNvSpPr>
            <a:spLocks noGrp="1"/>
          </p:cNvSpPr>
          <p:nvPr/>
        </p:nvSpPr>
        <p:spPr>
          <a:xfrm>
            <a:off x="221014" y="5486400"/>
            <a:ext cx="1556031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l">
              <a:buNone/>
              <a:defRPr sz="8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Water-Based Work Activities</a:t>
            </a:r>
          </a:p>
        </p:txBody>
      </p:sp>
      <p:sp>
        <p:nvSpPr>
          <p:cNvPr id="236" name="S1 9 1">
            <a:extLst>
              <a:ext uri="{FF2B5EF4-FFF2-40B4-BE49-F238E27FC236}">
                <a16:creationId xmlns:a16="http://schemas.microsoft.com/office/drawing/2014/main" id="{9F2C3137-8160-4D2B-B2A3-E08A178F3177}"/>
              </a:ext>
            </a:extLst>
          </p:cNvPr>
          <p:cNvSpPr>
            <a:spLocks noGrp="1"/>
          </p:cNvSpPr>
          <p:nvPr/>
        </p:nvSpPr>
        <p:spPr>
          <a:xfrm>
            <a:off x="2070550" y="5534025"/>
            <a:ext cx="114300" cy="114300"/>
          </a:xfrm>
          <a:prstGeom prst="ellipse">
            <a:avLst/>
          </a:prstGeom>
          <a:solidFill>
            <a:srgbClr val="A5A5A5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7" name="S1 9 2">
            <a:extLst>
              <a:ext uri="{FF2B5EF4-FFF2-40B4-BE49-F238E27FC236}">
                <a16:creationId xmlns:a16="http://schemas.microsoft.com/office/drawing/2014/main" id="{F07D4B7F-7BD8-4C4E-810A-62FEEF382262}"/>
              </a:ext>
            </a:extLst>
          </p:cNvPr>
          <p:cNvSpPr>
            <a:spLocks noGrp="1"/>
          </p:cNvSpPr>
          <p:nvPr/>
        </p:nvSpPr>
        <p:spPr>
          <a:xfrm>
            <a:off x="2706112" y="5534025"/>
            <a:ext cx="114300" cy="114300"/>
          </a:xfrm>
          <a:prstGeom prst="ellipse">
            <a:avLst/>
          </a:prstGeom>
          <a:solidFill>
            <a:srgbClr val="A5A5A5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8" name="S1 9 3">
            <a:extLst>
              <a:ext uri="{FF2B5EF4-FFF2-40B4-BE49-F238E27FC236}">
                <a16:creationId xmlns:a16="http://schemas.microsoft.com/office/drawing/2014/main" id="{C22D5810-BBF3-46C3-AB6F-E5A6FC003CA9}"/>
              </a:ext>
            </a:extLst>
          </p:cNvPr>
          <p:cNvSpPr>
            <a:spLocks noGrp="1"/>
          </p:cNvSpPr>
          <p:nvPr/>
        </p:nvSpPr>
        <p:spPr>
          <a:xfrm>
            <a:off x="3319758" y="5534025"/>
            <a:ext cx="114300" cy="114300"/>
          </a:xfrm>
          <a:prstGeom prst="ellipse">
            <a:avLst/>
          </a:prstGeom>
          <a:solidFill>
            <a:srgbClr val="A5A5A5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9" name="S1 9 4">
            <a:extLst>
              <a:ext uri="{FF2B5EF4-FFF2-40B4-BE49-F238E27FC236}">
                <a16:creationId xmlns:a16="http://schemas.microsoft.com/office/drawing/2014/main" id="{9168780B-08BF-4C4D-BD5B-51B64EBF2834}"/>
              </a:ext>
            </a:extLst>
          </p:cNvPr>
          <p:cNvSpPr>
            <a:spLocks noGrp="1"/>
          </p:cNvSpPr>
          <p:nvPr/>
        </p:nvSpPr>
        <p:spPr>
          <a:xfrm>
            <a:off x="3922446" y="5534025"/>
            <a:ext cx="114300" cy="114300"/>
          </a:xfrm>
          <a:prstGeom prst="ellipse">
            <a:avLst/>
          </a:prstGeom>
          <a:solidFill>
            <a:srgbClr val="C00000"/>
          </a:solidFill>
          <a:ln w="0">
            <a:solidFill>
              <a:srgbClr val="E207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0" name="S1 9 5">
            <a:extLst>
              <a:ext uri="{FF2B5EF4-FFF2-40B4-BE49-F238E27FC236}">
                <a16:creationId xmlns:a16="http://schemas.microsoft.com/office/drawing/2014/main" id="{4374CC4D-0F27-44ED-BAE7-5C537DF3B79B}"/>
              </a:ext>
            </a:extLst>
          </p:cNvPr>
          <p:cNvSpPr>
            <a:spLocks noGrp="1"/>
          </p:cNvSpPr>
          <p:nvPr/>
        </p:nvSpPr>
        <p:spPr>
          <a:xfrm>
            <a:off x="4286250" y="5476875"/>
            <a:ext cx="781050" cy="2095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814"/>
          </a:bodyPr>
          <a:lstStyle/>
          <a:p>
            <a:pPr algn="ctr">
              <a:buNone/>
              <a:defRPr sz="994" b="1">
                <a:solidFill>
                  <a:srgbClr val="082C68"/>
                </a:solidFill>
              </a:defRPr>
            </a:pPr>
            <a:r>
              <a:rPr sz="994" b="1">
                <a:solidFill>
                  <a:srgbClr val="082C68"/>
                </a:solidFill>
              </a:rPr>
              <a:t>25.00%</a:t>
            </a:r>
          </a:p>
        </p:txBody>
      </p:sp>
      <p:sp>
        <p:nvSpPr>
          <p:cNvPr id="241" name="Straight Connector 240">
            <a:extLst>
              <a:ext uri="{FF2B5EF4-FFF2-40B4-BE49-F238E27FC236}">
                <a16:creationId xmlns:a16="http://schemas.microsoft.com/office/drawing/2014/main" id="{F433145C-4906-4C34-B2F8-E45CAFE70818}"/>
              </a:ext>
            </a:extLst>
          </p:cNvPr>
          <p:cNvSpPr>
            <a:spLocks noGrp="1"/>
          </p:cNvSpPr>
          <p:nvPr/>
        </p:nvSpPr>
        <p:spPr>
          <a:xfrm>
            <a:off x="199098" y="5695950"/>
            <a:ext cx="4766715" cy="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2" name="S1 CONTROL 10">
            <a:extLst>
              <a:ext uri="{FF2B5EF4-FFF2-40B4-BE49-F238E27FC236}">
                <a16:creationId xmlns:a16="http://schemas.microsoft.com/office/drawing/2014/main" id="{9F588613-A27B-4C6C-A38C-35C4A62A802F}"/>
              </a:ext>
            </a:extLst>
          </p:cNvPr>
          <p:cNvSpPr>
            <a:spLocks noGrp="1"/>
          </p:cNvSpPr>
          <p:nvPr/>
        </p:nvSpPr>
        <p:spPr>
          <a:xfrm>
            <a:off x="221014" y="5695950"/>
            <a:ext cx="1556031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8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Land Transportation</a:t>
            </a:r>
          </a:p>
        </p:txBody>
      </p:sp>
      <p:sp>
        <p:nvSpPr>
          <p:cNvPr id="243" name="S1 10 1">
            <a:extLst>
              <a:ext uri="{FF2B5EF4-FFF2-40B4-BE49-F238E27FC236}">
                <a16:creationId xmlns:a16="http://schemas.microsoft.com/office/drawing/2014/main" id="{CEA81CC4-C50A-40CA-99DF-8D659E6EE36D}"/>
              </a:ext>
            </a:extLst>
          </p:cNvPr>
          <p:cNvSpPr>
            <a:spLocks noGrp="1"/>
          </p:cNvSpPr>
          <p:nvPr/>
        </p:nvSpPr>
        <p:spPr>
          <a:xfrm>
            <a:off x="2070550" y="5743575"/>
            <a:ext cx="114300" cy="114300"/>
          </a:xfrm>
          <a:prstGeom prst="ellipse">
            <a:avLst/>
          </a:prstGeom>
          <a:solidFill>
            <a:srgbClr val="A5A5A5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4" name="S1 10 2">
            <a:extLst>
              <a:ext uri="{FF2B5EF4-FFF2-40B4-BE49-F238E27FC236}">
                <a16:creationId xmlns:a16="http://schemas.microsoft.com/office/drawing/2014/main" id="{2E3B1F9E-142F-4375-9B4A-7AE585C76F78}"/>
              </a:ext>
            </a:extLst>
          </p:cNvPr>
          <p:cNvSpPr>
            <a:spLocks noGrp="1"/>
          </p:cNvSpPr>
          <p:nvPr/>
        </p:nvSpPr>
        <p:spPr>
          <a:xfrm>
            <a:off x="2706112" y="5743575"/>
            <a:ext cx="114300" cy="114300"/>
          </a:xfrm>
          <a:prstGeom prst="ellipse">
            <a:avLst/>
          </a:prstGeom>
          <a:solidFill>
            <a:srgbClr val="A5A5A5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5" name="S1 10 3">
            <a:extLst>
              <a:ext uri="{FF2B5EF4-FFF2-40B4-BE49-F238E27FC236}">
                <a16:creationId xmlns:a16="http://schemas.microsoft.com/office/drawing/2014/main" id="{1CEEA039-0541-4B9F-ADE3-11A7CB0675DA}"/>
              </a:ext>
            </a:extLst>
          </p:cNvPr>
          <p:cNvSpPr>
            <a:spLocks noGrp="1"/>
          </p:cNvSpPr>
          <p:nvPr/>
        </p:nvSpPr>
        <p:spPr>
          <a:xfrm>
            <a:off x="3319758" y="5743575"/>
            <a:ext cx="114300" cy="114300"/>
          </a:xfrm>
          <a:prstGeom prst="ellipse">
            <a:avLst/>
          </a:prstGeom>
          <a:solidFill>
            <a:srgbClr val="00B050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6" name="S1 10 4">
            <a:extLst>
              <a:ext uri="{FF2B5EF4-FFF2-40B4-BE49-F238E27FC236}">
                <a16:creationId xmlns:a16="http://schemas.microsoft.com/office/drawing/2014/main" id="{473E3013-1499-49CC-871C-B23F05D5FA49}"/>
              </a:ext>
            </a:extLst>
          </p:cNvPr>
          <p:cNvSpPr>
            <a:spLocks noGrp="1"/>
          </p:cNvSpPr>
          <p:nvPr/>
        </p:nvSpPr>
        <p:spPr>
          <a:xfrm>
            <a:off x="3922446" y="5743575"/>
            <a:ext cx="114300" cy="114300"/>
          </a:xfrm>
          <a:prstGeom prst="ellipse">
            <a:avLst/>
          </a:prstGeom>
          <a:solidFill>
            <a:srgbClr val="FFC000"/>
          </a:solidFill>
          <a:ln w="0">
            <a:solidFill>
              <a:srgbClr val="F0A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7" name="S1 10 5">
            <a:extLst>
              <a:ext uri="{FF2B5EF4-FFF2-40B4-BE49-F238E27FC236}">
                <a16:creationId xmlns:a16="http://schemas.microsoft.com/office/drawing/2014/main" id="{FF74F112-B73D-414F-908C-64C2E6685271}"/>
              </a:ext>
            </a:extLst>
          </p:cNvPr>
          <p:cNvSpPr>
            <a:spLocks noGrp="1"/>
          </p:cNvSpPr>
          <p:nvPr/>
        </p:nvSpPr>
        <p:spPr>
          <a:xfrm>
            <a:off x="4286250" y="5686425"/>
            <a:ext cx="781050" cy="2095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814"/>
          </a:bodyPr>
          <a:lstStyle/>
          <a:p>
            <a:pPr algn="ctr">
              <a:buNone/>
              <a:defRPr sz="994" b="1">
                <a:solidFill>
                  <a:srgbClr val="082C68"/>
                </a:solidFill>
              </a:defRPr>
            </a:pPr>
            <a:r>
              <a:rPr sz="994" b="1">
                <a:solidFill>
                  <a:srgbClr val="082C68"/>
                </a:solidFill>
              </a:rPr>
              <a:t>80.00%</a:t>
            </a:r>
          </a:p>
        </p:txBody>
      </p:sp>
      <p:sp>
        <p:nvSpPr>
          <p:cNvPr id="248" name="Straight Connector 247">
            <a:extLst>
              <a:ext uri="{FF2B5EF4-FFF2-40B4-BE49-F238E27FC236}">
                <a16:creationId xmlns:a16="http://schemas.microsoft.com/office/drawing/2014/main" id="{E2F0A570-CB75-4D35-8DFD-DE7521C12A80}"/>
              </a:ext>
            </a:extLst>
          </p:cNvPr>
          <p:cNvSpPr>
            <a:spLocks noGrp="1"/>
          </p:cNvSpPr>
          <p:nvPr/>
        </p:nvSpPr>
        <p:spPr>
          <a:xfrm>
            <a:off x="199098" y="5905500"/>
            <a:ext cx="4766715" cy="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9" name="Straight Connector 248">
            <a:extLst>
              <a:ext uri="{FF2B5EF4-FFF2-40B4-BE49-F238E27FC236}">
                <a16:creationId xmlns:a16="http://schemas.microsoft.com/office/drawing/2014/main" id="{10A1E8E6-6546-42D6-B6B2-D9CD8C5343FD}"/>
              </a:ext>
            </a:extLst>
          </p:cNvPr>
          <p:cNvSpPr>
            <a:spLocks noGrp="1"/>
          </p:cNvSpPr>
          <p:nvPr/>
        </p:nvSpPr>
        <p:spPr>
          <a:xfrm>
            <a:off x="1798961" y="3581400"/>
            <a:ext cx="0" cy="234315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0" name="Straight Connector 249">
            <a:extLst>
              <a:ext uri="{FF2B5EF4-FFF2-40B4-BE49-F238E27FC236}">
                <a16:creationId xmlns:a16="http://schemas.microsoft.com/office/drawing/2014/main" id="{B33E18DE-E4E2-4EB6-BF15-16988D36A9DA}"/>
              </a:ext>
            </a:extLst>
          </p:cNvPr>
          <p:cNvSpPr>
            <a:spLocks noGrp="1"/>
          </p:cNvSpPr>
          <p:nvPr/>
        </p:nvSpPr>
        <p:spPr>
          <a:xfrm>
            <a:off x="2445481" y="3581400"/>
            <a:ext cx="0" cy="234315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1" name="Straight Connector 250">
            <a:extLst>
              <a:ext uri="{FF2B5EF4-FFF2-40B4-BE49-F238E27FC236}">
                <a16:creationId xmlns:a16="http://schemas.microsoft.com/office/drawing/2014/main" id="{4FD31D5F-4A45-4892-8673-E2832EED74B4}"/>
              </a:ext>
            </a:extLst>
          </p:cNvPr>
          <p:cNvSpPr>
            <a:spLocks noGrp="1"/>
          </p:cNvSpPr>
          <p:nvPr/>
        </p:nvSpPr>
        <p:spPr>
          <a:xfrm>
            <a:off x="3070085" y="3581400"/>
            <a:ext cx="0" cy="234315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2" name="Straight Connector 251">
            <a:extLst>
              <a:ext uri="{FF2B5EF4-FFF2-40B4-BE49-F238E27FC236}">
                <a16:creationId xmlns:a16="http://schemas.microsoft.com/office/drawing/2014/main" id="{65BF57AE-B1D5-445E-8485-EE34A6F4E30F}"/>
              </a:ext>
            </a:extLst>
          </p:cNvPr>
          <p:cNvSpPr>
            <a:spLocks noGrp="1"/>
          </p:cNvSpPr>
          <p:nvPr/>
        </p:nvSpPr>
        <p:spPr>
          <a:xfrm>
            <a:off x="3683731" y="3581400"/>
            <a:ext cx="0" cy="234315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3" name="Straight Connector 252">
            <a:extLst>
              <a:ext uri="{FF2B5EF4-FFF2-40B4-BE49-F238E27FC236}">
                <a16:creationId xmlns:a16="http://schemas.microsoft.com/office/drawing/2014/main" id="{34BEE766-ECE0-4170-92C2-4C99F93FC87A}"/>
              </a:ext>
            </a:extLst>
          </p:cNvPr>
          <p:cNvSpPr>
            <a:spLocks noGrp="1"/>
          </p:cNvSpPr>
          <p:nvPr/>
        </p:nvSpPr>
        <p:spPr>
          <a:xfrm>
            <a:off x="4275461" y="3581400"/>
            <a:ext cx="0" cy="234315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4" name="HEALTH MAP LEGEND">
            <a:extLst>
              <a:ext uri="{FF2B5EF4-FFF2-40B4-BE49-F238E27FC236}">
                <a16:creationId xmlns:a16="http://schemas.microsoft.com/office/drawing/2014/main" id="{88C61F21-9D92-4262-BA55-C5D661E04221}"/>
              </a:ext>
            </a:extLst>
          </p:cNvPr>
          <p:cNvSpPr>
            <a:spLocks noGrp="1"/>
          </p:cNvSpPr>
          <p:nvPr/>
        </p:nvSpPr>
        <p:spPr>
          <a:xfrm>
            <a:off x="231972" y="6143625"/>
            <a:ext cx="4755757" cy="3333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9DB1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0B9650C6-6040-4FE6-8161-B609B2915621}"/>
              </a:ext>
            </a:extLst>
          </p:cNvPr>
          <p:cNvSpPr>
            <a:spLocks noGrp="1"/>
          </p:cNvSpPr>
          <p:nvPr/>
        </p:nvSpPr>
        <p:spPr>
          <a:xfrm>
            <a:off x="342057" y="6229350"/>
            <a:ext cx="152400" cy="152400"/>
          </a:xfrm>
          <a:prstGeom prst="ellipse">
            <a:avLst/>
          </a:prstGeom>
          <a:solidFill>
            <a:srgbClr val="07913B"/>
          </a:solidFill>
          <a:ln w="0">
            <a:solidFill>
              <a:srgbClr val="0791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2978AAAC-B157-41D5-BCE6-A89016447199}"/>
              </a:ext>
            </a:extLst>
          </p:cNvPr>
          <p:cNvSpPr>
            <a:spLocks noGrp="1"/>
          </p:cNvSpPr>
          <p:nvPr/>
        </p:nvSpPr>
        <p:spPr>
          <a:xfrm>
            <a:off x="560711" y="6191250"/>
            <a:ext cx="931427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7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Effective ≥80%</a:t>
            </a:r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B2FE7823-50E5-42CA-BAF0-C3C721B45B6C}"/>
              </a:ext>
            </a:extLst>
          </p:cNvPr>
          <p:cNvSpPr>
            <a:spLocks noGrp="1"/>
          </p:cNvSpPr>
          <p:nvPr/>
        </p:nvSpPr>
        <p:spPr>
          <a:xfrm>
            <a:off x="1492643" y="6229350"/>
            <a:ext cx="152400" cy="152400"/>
          </a:xfrm>
          <a:prstGeom prst="ellipse">
            <a:avLst/>
          </a:prstGeom>
          <a:solidFill>
            <a:srgbClr val="F0AA00"/>
          </a:solidFill>
          <a:ln w="0">
            <a:solidFill>
              <a:srgbClr val="F0A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B78CE236-937B-44F3-8DA2-97F3618BCD47}"/>
              </a:ext>
            </a:extLst>
          </p:cNvPr>
          <p:cNvSpPr>
            <a:spLocks noGrp="1"/>
          </p:cNvSpPr>
          <p:nvPr/>
        </p:nvSpPr>
        <p:spPr>
          <a:xfrm>
            <a:off x="1711297" y="6191250"/>
            <a:ext cx="931427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 fontScale="84207"/>
          </a:bodyPr>
          <a:lstStyle/>
          <a:p>
            <a:pPr algn="l">
              <a:buNone/>
              <a:defRPr sz="7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Degraded 50–&lt;80%</a:t>
            </a:r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9FCDFECF-8D04-4F26-B7D0-E2FFCD3B6187}"/>
              </a:ext>
            </a:extLst>
          </p:cNvPr>
          <p:cNvSpPr>
            <a:spLocks noGrp="1"/>
          </p:cNvSpPr>
          <p:nvPr/>
        </p:nvSpPr>
        <p:spPr>
          <a:xfrm>
            <a:off x="2643230" y="6229350"/>
            <a:ext cx="152400" cy="152400"/>
          </a:xfrm>
          <a:prstGeom prst="ellipse">
            <a:avLst/>
          </a:prstGeom>
          <a:solidFill>
            <a:srgbClr val="E20710"/>
          </a:solidFill>
          <a:ln w="0">
            <a:solidFill>
              <a:srgbClr val="E207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B4F10736-F722-4935-90DA-E00B6A8664ED}"/>
              </a:ext>
            </a:extLst>
          </p:cNvPr>
          <p:cNvSpPr>
            <a:spLocks noGrp="1"/>
          </p:cNvSpPr>
          <p:nvPr/>
        </p:nvSpPr>
        <p:spPr>
          <a:xfrm>
            <a:off x="2861883" y="6191250"/>
            <a:ext cx="931427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7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Failed &lt;50%</a:t>
            </a:r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984AAB60-C989-40FC-A2E5-09A3FFD753C5}"/>
              </a:ext>
            </a:extLst>
          </p:cNvPr>
          <p:cNvSpPr>
            <a:spLocks noGrp="1"/>
          </p:cNvSpPr>
          <p:nvPr/>
        </p:nvSpPr>
        <p:spPr>
          <a:xfrm>
            <a:off x="3793816" y="6229350"/>
            <a:ext cx="152400" cy="152400"/>
          </a:xfrm>
          <a:prstGeom prst="ellipse">
            <a:avLst/>
          </a:prstGeom>
          <a:solidFill>
            <a:srgbClr val="BFC4C9"/>
          </a:solidFill>
          <a:ln w="0">
            <a:solidFill>
              <a:srgbClr val="BFC4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71FF4158-5873-4421-98AE-842898479955}"/>
              </a:ext>
            </a:extLst>
          </p:cNvPr>
          <p:cNvSpPr>
            <a:spLocks noGrp="1"/>
          </p:cNvSpPr>
          <p:nvPr/>
        </p:nvSpPr>
        <p:spPr>
          <a:xfrm>
            <a:off x="4012469" y="6191250"/>
            <a:ext cx="931427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7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No Data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DC6A7C45-2660-473F-9BDE-DB3C148B6011}"/>
              </a:ext>
            </a:extLst>
          </p:cNvPr>
          <p:cNvSpPr>
            <a:spLocks noGrp="1"/>
          </p:cNvSpPr>
          <p:nvPr/>
        </p:nvSpPr>
        <p:spPr>
          <a:xfrm>
            <a:off x="5262629" y="3600450"/>
            <a:ext cx="30096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F462EBB8-6EFD-4BB2-B09A-0BB7D6063294}"/>
              </a:ext>
            </a:extLst>
          </p:cNvPr>
          <p:cNvSpPr>
            <a:spLocks noGrp="1"/>
          </p:cNvSpPr>
          <p:nvPr/>
        </p:nvSpPr>
        <p:spPr>
          <a:xfrm>
            <a:off x="5633045" y="3600450"/>
            <a:ext cx="223407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9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Work at Height</a:t>
            </a: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07E84533-7706-4C06-A57E-CA441E703FD6}"/>
              </a:ext>
            </a:extLst>
          </p:cNvPr>
          <p:cNvSpPr>
            <a:spLocks noGrp="1"/>
          </p:cNvSpPr>
          <p:nvPr/>
        </p:nvSpPr>
        <p:spPr>
          <a:xfrm>
            <a:off x="7913423" y="3600450"/>
            <a:ext cx="509323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66" name="Straight Connector 265">
            <a:extLst>
              <a:ext uri="{FF2B5EF4-FFF2-40B4-BE49-F238E27FC236}">
                <a16:creationId xmlns:a16="http://schemas.microsoft.com/office/drawing/2014/main" id="{4425F835-50E4-472A-A2C3-DB7A15BE7207}"/>
              </a:ext>
            </a:extLst>
          </p:cNvPr>
          <p:cNvSpPr>
            <a:spLocks noGrp="1"/>
          </p:cNvSpPr>
          <p:nvPr/>
        </p:nvSpPr>
        <p:spPr>
          <a:xfrm>
            <a:off x="5355233" y="3876675"/>
            <a:ext cx="3032786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770F756E-209A-4E77-9F61-ACB52B62F648}"/>
              </a:ext>
            </a:extLst>
          </p:cNvPr>
          <p:cNvSpPr>
            <a:spLocks noGrp="1"/>
          </p:cNvSpPr>
          <p:nvPr/>
        </p:nvSpPr>
        <p:spPr>
          <a:xfrm>
            <a:off x="5262629" y="3895725"/>
            <a:ext cx="30096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4F97BD21-E666-4F64-A180-7DD48CAC0B75}"/>
              </a:ext>
            </a:extLst>
          </p:cNvPr>
          <p:cNvSpPr>
            <a:spLocks noGrp="1"/>
          </p:cNvSpPr>
          <p:nvPr/>
        </p:nvSpPr>
        <p:spPr>
          <a:xfrm>
            <a:off x="5633045" y="3895725"/>
            <a:ext cx="223407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9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Tools &amp; Equipment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B19C0D8A-5B19-4ED4-8390-416F2905BCA9}"/>
              </a:ext>
            </a:extLst>
          </p:cNvPr>
          <p:cNvSpPr>
            <a:spLocks noGrp="1"/>
          </p:cNvSpPr>
          <p:nvPr/>
        </p:nvSpPr>
        <p:spPr>
          <a:xfrm>
            <a:off x="7913423" y="3895725"/>
            <a:ext cx="509323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70" name="Straight Connector 269">
            <a:extLst>
              <a:ext uri="{FF2B5EF4-FFF2-40B4-BE49-F238E27FC236}">
                <a16:creationId xmlns:a16="http://schemas.microsoft.com/office/drawing/2014/main" id="{94E7AF74-453D-4C08-85EA-467E20141AD5}"/>
              </a:ext>
            </a:extLst>
          </p:cNvPr>
          <p:cNvSpPr>
            <a:spLocks noGrp="1"/>
          </p:cNvSpPr>
          <p:nvPr/>
        </p:nvSpPr>
        <p:spPr>
          <a:xfrm>
            <a:off x="5355233" y="4171950"/>
            <a:ext cx="3032786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C0165B33-D162-49FF-A6B1-A0F936530D13}"/>
              </a:ext>
            </a:extLst>
          </p:cNvPr>
          <p:cNvSpPr>
            <a:spLocks noGrp="1"/>
          </p:cNvSpPr>
          <p:nvPr/>
        </p:nvSpPr>
        <p:spPr>
          <a:xfrm>
            <a:off x="5262629" y="4191000"/>
            <a:ext cx="30096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99FDF0CC-3094-45A3-A87D-819BBD1355D5}"/>
              </a:ext>
            </a:extLst>
          </p:cNvPr>
          <p:cNvSpPr>
            <a:spLocks noGrp="1"/>
          </p:cNvSpPr>
          <p:nvPr/>
        </p:nvSpPr>
        <p:spPr>
          <a:xfrm>
            <a:off x="5633045" y="4191000"/>
            <a:ext cx="223407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9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Hot Work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52F3469F-03F0-4367-B25D-66DEC213D604}"/>
              </a:ext>
            </a:extLst>
          </p:cNvPr>
          <p:cNvSpPr>
            <a:spLocks noGrp="1"/>
          </p:cNvSpPr>
          <p:nvPr/>
        </p:nvSpPr>
        <p:spPr>
          <a:xfrm>
            <a:off x="7913423" y="4191000"/>
            <a:ext cx="509323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74" name="Straight Connector 273">
            <a:extLst>
              <a:ext uri="{FF2B5EF4-FFF2-40B4-BE49-F238E27FC236}">
                <a16:creationId xmlns:a16="http://schemas.microsoft.com/office/drawing/2014/main" id="{D6E6F481-8036-4EA1-9A6B-DA10ED2B5F91}"/>
              </a:ext>
            </a:extLst>
          </p:cNvPr>
          <p:cNvSpPr>
            <a:spLocks noGrp="1"/>
          </p:cNvSpPr>
          <p:nvPr/>
        </p:nvSpPr>
        <p:spPr>
          <a:xfrm>
            <a:off x="5355233" y="4467225"/>
            <a:ext cx="3032786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F9C41DC1-1B8C-4E62-9C04-513A80E9AC19}"/>
              </a:ext>
            </a:extLst>
          </p:cNvPr>
          <p:cNvSpPr>
            <a:spLocks noGrp="1"/>
          </p:cNvSpPr>
          <p:nvPr/>
        </p:nvSpPr>
        <p:spPr>
          <a:xfrm>
            <a:off x="5262629" y="4486275"/>
            <a:ext cx="30096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CE2248AF-2B8A-45D8-95CD-3B2DC93401FD}"/>
              </a:ext>
            </a:extLst>
          </p:cNvPr>
          <p:cNvSpPr>
            <a:spLocks noGrp="1"/>
          </p:cNvSpPr>
          <p:nvPr/>
        </p:nvSpPr>
        <p:spPr>
          <a:xfrm>
            <a:off x="5633044" y="4486274"/>
            <a:ext cx="2214310" cy="1936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9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Powered System / IHE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9C5D83ED-7778-4534-9CAC-1277414F1499}"/>
              </a:ext>
            </a:extLst>
          </p:cNvPr>
          <p:cNvSpPr>
            <a:spLocks noGrp="1"/>
          </p:cNvSpPr>
          <p:nvPr/>
        </p:nvSpPr>
        <p:spPr>
          <a:xfrm>
            <a:off x="7913423" y="4486275"/>
            <a:ext cx="509323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8" name="Straight Connector 277">
            <a:extLst>
              <a:ext uri="{FF2B5EF4-FFF2-40B4-BE49-F238E27FC236}">
                <a16:creationId xmlns:a16="http://schemas.microsoft.com/office/drawing/2014/main" id="{409B36CC-6A5C-4C8B-880A-55EE863EE946}"/>
              </a:ext>
            </a:extLst>
          </p:cNvPr>
          <p:cNvSpPr>
            <a:spLocks noGrp="1"/>
          </p:cNvSpPr>
          <p:nvPr/>
        </p:nvSpPr>
        <p:spPr>
          <a:xfrm>
            <a:off x="5355233" y="4762500"/>
            <a:ext cx="3032786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C4371223-309D-43F3-8C5E-1B93B46EA114}"/>
              </a:ext>
            </a:extLst>
          </p:cNvPr>
          <p:cNvSpPr>
            <a:spLocks noGrp="1"/>
          </p:cNvSpPr>
          <p:nvPr/>
        </p:nvSpPr>
        <p:spPr>
          <a:xfrm>
            <a:off x="5262629" y="4781550"/>
            <a:ext cx="30096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6D3278CE-3D34-4A82-ADE9-F838C87C0F13}"/>
              </a:ext>
            </a:extLst>
          </p:cNvPr>
          <p:cNvSpPr>
            <a:spLocks noGrp="1"/>
          </p:cNvSpPr>
          <p:nvPr/>
        </p:nvSpPr>
        <p:spPr>
          <a:xfrm>
            <a:off x="5626694" y="4756150"/>
            <a:ext cx="2220660" cy="33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l">
              <a:buNone/>
              <a:defRPr sz="9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Land Transportation</a:t>
            </a: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F5696B30-97F3-4F1F-BA3E-BE039E8BA4A2}"/>
              </a:ext>
            </a:extLst>
          </p:cNvPr>
          <p:cNvSpPr>
            <a:spLocks noGrp="1"/>
          </p:cNvSpPr>
          <p:nvPr/>
        </p:nvSpPr>
        <p:spPr>
          <a:xfrm>
            <a:off x="7913423" y="4781550"/>
            <a:ext cx="509323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D72C46FC-4D4B-4FC2-81C8-A603BC08F9CF}"/>
              </a:ext>
            </a:extLst>
          </p:cNvPr>
          <p:cNvSpPr>
            <a:spLocks noGrp="1"/>
          </p:cNvSpPr>
          <p:nvPr/>
        </p:nvSpPr>
        <p:spPr>
          <a:xfrm>
            <a:off x="8664127" y="3600450"/>
            <a:ext cx="27833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34F04C90-618F-4192-B410-A56DC3C24389}"/>
              </a:ext>
            </a:extLst>
          </p:cNvPr>
          <p:cNvSpPr>
            <a:spLocks noGrp="1"/>
          </p:cNvSpPr>
          <p:nvPr/>
        </p:nvSpPr>
        <p:spPr>
          <a:xfrm>
            <a:off x="9006697" y="3600450"/>
            <a:ext cx="270844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9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Rescue Preparedness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2955F17A-D41D-4C76-827F-9DE2CCC8FE07}"/>
              </a:ext>
            </a:extLst>
          </p:cNvPr>
          <p:cNvSpPr>
            <a:spLocks noGrp="1"/>
          </p:cNvSpPr>
          <p:nvPr/>
        </p:nvSpPr>
        <p:spPr>
          <a:xfrm>
            <a:off x="11757967" y="3600450"/>
            <a:ext cx="47103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85" name="Straight Connector 284">
            <a:extLst>
              <a:ext uri="{FF2B5EF4-FFF2-40B4-BE49-F238E27FC236}">
                <a16:creationId xmlns:a16="http://schemas.microsoft.com/office/drawing/2014/main" id="{4DC53DA9-0C56-4846-9170-2452B8348DE4}"/>
              </a:ext>
            </a:extLst>
          </p:cNvPr>
          <p:cNvSpPr>
            <a:spLocks noGrp="1"/>
          </p:cNvSpPr>
          <p:nvPr/>
        </p:nvSpPr>
        <p:spPr>
          <a:xfrm>
            <a:off x="8749769" y="3876675"/>
            <a:ext cx="3447117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EAC5C41D-E178-43B5-B743-C01B1C92EBBB}"/>
              </a:ext>
            </a:extLst>
          </p:cNvPr>
          <p:cNvSpPr>
            <a:spLocks noGrp="1"/>
          </p:cNvSpPr>
          <p:nvPr/>
        </p:nvSpPr>
        <p:spPr>
          <a:xfrm>
            <a:off x="8664127" y="3895725"/>
            <a:ext cx="27833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241F2614-FBAE-41EE-B5FD-5A6B24C8CAAE}"/>
              </a:ext>
            </a:extLst>
          </p:cNvPr>
          <p:cNvSpPr>
            <a:spLocks noGrp="1"/>
          </p:cNvSpPr>
          <p:nvPr/>
        </p:nvSpPr>
        <p:spPr>
          <a:xfrm>
            <a:off x="9006697" y="3895725"/>
            <a:ext cx="270844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9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Correct Equipment</a:t>
            </a: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0314A5A2-25CF-473E-9356-DD9D4E277284}"/>
              </a:ext>
            </a:extLst>
          </p:cNvPr>
          <p:cNvSpPr>
            <a:spLocks noGrp="1"/>
          </p:cNvSpPr>
          <p:nvPr/>
        </p:nvSpPr>
        <p:spPr>
          <a:xfrm>
            <a:off x="11757967" y="3895725"/>
            <a:ext cx="47103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89" name="Straight Connector 288">
            <a:extLst>
              <a:ext uri="{FF2B5EF4-FFF2-40B4-BE49-F238E27FC236}">
                <a16:creationId xmlns:a16="http://schemas.microsoft.com/office/drawing/2014/main" id="{1AD77E62-04BE-4EFE-804F-020152E4B7B0}"/>
              </a:ext>
            </a:extLst>
          </p:cNvPr>
          <p:cNvSpPr>
            <a:spLocks noGrp="1"/>
          </p:cNvSpPr>
          <p:nvPr/>
        </p:nvSpPr>
        <p:spPr>
          <a:xfrm>
            <a:off x="8749769" y="4171950"/>
            <a:ext cx="3447117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787BB1DA-167E-453F-A13A-BC7DD2C3487C}"/>
              </a:ext>
            </a:extLst>
          </p:cNvPr>
          <p:cNvSpPr>
            <a:spLocks noGrp="1"/>
          </p:cNvSpPr>
          <p:nvPr/>
        </p:nvSpPr>
        <p:spPr>
          <a:xfrm>
            <a:off x="8664127" y="4191000"/>
            <a:ext cx="27833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D429F5F4-5976-4184-9EC5-8B9E10C21041}"/>
              </a:ext>
            </a:extLst>
          </p:cNvPr>
          <p:cNvSpPr>
            <a:spLocks noGrp="1"/>
          </p:cNvSpPr>
          <p:nvPr/>
        </p:nvSpPr>
        <p:spPr>
          <a:xfrm>
            <a:off x="9006697" y="4191000"/>
            <a:ext cx="270844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9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Fall Protection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3A720DBE-D5FC-4BE4-B4A6-37BE5F1A66C2}"/>
              </a:ext>
            </a:extLst>
          </p:cNvPr>
          <p:cNvSpPr>
            <a:spLocks noGrp="1"/>
          </p:cNvSpPr>
          <p:nvPr/>
        </p:nvSpPr>
        <p:spPr>
          <a:xfrm>
            <a:off x="11757967" y="4191000"/>
            <a:ext cx="47103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93" name="Straight Connector 292">
            <a:extLst>
              <a:ext uri="{FF2B5EF4-FFF2-40B4-BE49-F238E27FC236}">
                <a16:creationId xmlns:a16="http://schemas.microsoft.com/office/drawing/2014/main" id="{F2AC6448-E281-4ABC-84FF-C352342F9F89}"/>
              </a:ext>
            </a:extLst>
          </p:cNvPr>
          <p:cNvSpPr>
            <a:spLocks noGrp="1"/>
          </p:cNvSpPr>
          <p:nvPr/>
        </p:nvSpPr>
        <p:spPr>
          <a:xfrm>
            <a:off x="8749769" y="4467225"/>
            <a:ext cx="3447117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2746F9DB-0C38-4FAE-BC3F-54C2F5606FF4}"/>
              </a:ext>
            </a:extLst>
          </p:cNvPr>
          <p:cNvSpPr>
            <a:spLocks noGrp="1"/>
          </p:cNvSpPr>
          <p:nvPr/>
        </p:nvSpPr>
        <p:spPr>
          <a:xfrm>
            <a:off x="8664127" y="4486275"/>
            <a:ext cx="27833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E02CBECE-C02A-439C-B772-553C4220BD77}"/>
              </a:ext>
            </a:extLst>
          </p:cNvPr>
          <p:cNvSpPr>
            <a:spLocks noGrp="1"/>
          </p:cNvSpPr>
          <p:nvPr/>
        </p:nvSpPr>
        <p:spPr>
          <a:xfrm>
            <a:off x="9006697" y="4486275"/>
            <a:ext cx="270844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9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Engineering Safeguard</a:t>
            </a: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14B1C4BB-C23D-45A3-AC61-83A480D24C3C}"/>
              </a:ext>
            </a:extLst>
          </p:cNvPr>
          <p:cNvSpPr>
            <a:spLocks noGrp="1"/>
          </p:cNvSpPr>
          <p:nvPr/>
        </p:nvSpPr>
        <p:spPr>
          <a:xfrm>
            <a:off x="11757967" y="4486275"/>
            <a:ext cx="47103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97" name="Straight Connector 296">
            <a:extLst>
              <a:ext uri="{FF2B5EF4-FFF2-40B4-BE49-F238E27FC236}">
                <a16:creationId xmlns:a16="http://schemas.microsoft.com/office/drawing/2014/main" id="{65E07C4A-5F46-49A8-AC4C-DFC0758F2191}"/>
              </a:ext>
            </a:extLst>
          </p:cNvPr>
          <p:cNvSpPr>
            <a:spLocks noGrp="1"/>
          </p:cNvSpPr>
          <p:nvPr/>
        </p:nvSpPr>
        <p:spPr>
          <a:xfrm>
            <a:off x="8749769" y="4762500"/>
            <a:ext cx="3447117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3759AC00-84B2-4E5D-AACB-A005F3B2906F}"/>
              </a:ext>
            </a:extLst>
          </p:cNvPr>
          <p:cNvSpPr>
            <a:spLocks noGrp="1"/>
          </p:cNvSpPr>
          <p:nvPr/>
        </p:nvSpPr>
        <p:spPr>
          <a:xfrm>
            <a:off x="8664127" y="4781550"/>
            <a:ext cx="27833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C7874CE6-9E11-48CF-AD6B-4A7FAD7853DF}"/>
              </a:ext>
            </a:extLst>
          </p:cNvPr>
          <p:cNvSpPr>
            <a:spLocks noGrp="1"/>
          </p:cNvSpPr>
          <p:nvPr/>
        </p:nvSpPr>
        <p:spPr>
          <a:xfrm>
            <a:off x="9006697" y="4781550"/>
            <a:ext cx="270844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9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Anchorage Integrity</a:t>
            </a: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F0B8E117-C1B4-419F-9FA9-6415E12E84AE}"/>
              </a:ext>
            </a:extLst>
          </p:cNvPr>
          <p:cNvSpPr>
            <a:spLocks noGrp="1"/>
          </p:cNvSpPr>
          <p:nvPr/>
        </p:nvSpPr>
        <p:spPr>
          <a:xfrm>
            <a:off x="11757967" y="4781550"/>
            <a:ext cx="47103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75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82C2B195-B1B0-4FD1-9039-566B61F5BDA0}"/>
              </a:ext>
            </a:extLst>
          </p:cNvPr>
          <p:cNvSpPr>
            <a:spLocks noGrp="1"/>
          </p:cNvSpPr>
          <p:nvPr/>
        </p:nvSpPr>
        <p:spPr>
          <a:xfrm>
            <a:off x="12483515" y="3600450"/>
            <a:ext cx="32715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DBE7C0F3-A57B-4237-9FFF-8E6603F6F74C}"/>
              </a:ext>
            </a:extLst>
          </p:cNvPr>
          <p:cNvSpPr>
            <a:spLocks noGrp="1"/>
          </p:cNvSpPr>
          <p:nvPr/>
        </p:nvSpPr>
        <p:spPr>
          <a:xfrm>
            <a:off x="12886172" y="3600450"/>
            <a:ext cx="289409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Barrier Management Drift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7D794EF8-055F-4DA8-97EB-65594C16F057}"/>
              </a:ext>
            </a:extLst>
          </p:cNvPr>
          <p:cNvSpPr>
            <a:spLocks noGrp="1"/>
          </p:cNvSpPr>
          <p:nvPr/>
        </p:nvSpPr>
        <p:spPr>
          <a:xfrm>
            <a:off x="15792851" y="3600450"/>
            <a:ext cx="128346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0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100   (39.53%)</a:t>
            </a:r>
          </a:p>
        </p:txBody>
      </p:sp>
      <p:sp>
        <p:nvSpPr>
          <p:cNvPr id="304" name="Straight Connector 303">
            <a:extLst>
              <a:ext uri="{FF2B5EF4-FFF2-40B4-BE49-F238E27FC236}">
                <a16:creationId xmlns:a16="http://schemas.microsoft.com/office/drawing/2014/main" id="{634E7C13-DED3-4ACB-A63C-02EFD8992595}"/>
              </a:ext>
            </a:extLst>
          </p:cNvPr>
          <p:cNvSpPr>
            <a:spLocks noGrp="1"/>
          </p:cNvSpPr>
          <p:nvPr/>
        </p:nvSpPr>
        <p:spPr>
          <a:xfrm>
            <a:off x="12584179" y="3876675"/>
            <a:ext cx="4466974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4E270C92-0084-41E6-9EED-9935B8729A0C}"/>
              </a:ext>
            </a:extLst>
          </p:cNvPr>
          <p:cNvSpPr>
            <a:spLocks noGrp="1"/>
          </p:cNvSpPr>
          <p:nvPr/>
        </p:nvSpPr>
        <p:spPr>
          <a:xfrm>
            <a:off x="12483515" y="3895725"/>
            <a:ext cx="32715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6C279EF8-933C-4E20-9C08-4A8734028B47}"/>
              </a:ext>
            </a:extLst>
          </p:cNvPr>
          <p:cNvSpPr>
            <a:spLocks noGrp="1"/>
          </p:cNvSpPr>
          <p:nvPr/>
        </p:nvSpPr>
        <p:spPr>
          <a:xfrm>
            <a:off x="12886172" y="3895725"/>
            <a:ext cx="289409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Risk Assessment Drift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793671AB-0B9D-46B8-B52A-ADE2AB260C60}"/>
              </a:ext>
            </a:extLst>
          </p:cNvPr>
          <p:cNvSpPr>
            <a:spLocks noGrp="1"/>
          </p:cNvSpPr>
          <p:nvPr/>
        </p:nvSpPr>
        <p:spPr>
          <a:xfrm>
            <a:off x="15792851" y="3895725"/>
            <a:ext cx="128346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0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47   (18.58%)</a:t>
            </a:r>
          </a:p>
        </p:txBody>
      </p:sp>
      <p:sp>
        <p:nvSpPr>
          <p:cNvPr id="308" name="Straight Connector 307">
            <a:extLst>
              <a:ext uri="{FF2B5EF4-FFF2-40B4-BE49-F238E27FC236}">
                <a16:creationId xmlns:a16="http://schemas.microsoft.com/office/drawing/2014/main" id="{FA338C95-6F34-4D4F-B15D-DD5A9F415751}"/>
              </a:ext>
            </a:extLst>
          </p:cNvPr>
          <p:cNvSpPr>
            <a:spLocks noGrp="1"/>
          </p:cNvSpPr>
          <p:nvPr/>
        </p:nvSpPr>
        <p:spPr>
          <a:xfrm>
            <a:off x="12584179" y="4171950"/>
            <a:ext cx="4466974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D6A95C98-01EB-4A1B-A388-5D7E7882CA0A}"/>
              </a:ext>
            </a:extLst>
          </p:cNvPr>
          <p:cNvSpPr>
            <a:spLocks noGrp="1"/>
          </p:cNvSpPr>
          <p:nvPr/>
        </p:nvSpPr>
        <p:spPr>
          <a:xfrm>
            <a:off x="12483515" y="4191000"/>
            <a:ext cx="32715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3D8AE4F3-5F0C-4587-91E6-E56840CBA5A8}"/>
              </a:ext>
            </a:extLst>
          </p:cNvPr>
          <p:cNvSpPr>
            <a:spLocks noGrp="1"/>
          </p:cNvSpPr>
          <p:nvPr/>
        </p:nvSpPr>
        <p:spPr>
          <a:xfrm>
            <a:off x="12886172" y="4191000"/>
            <a:ext cx="289409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Administrative Compliance Drift</a:t>
            </a: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79352589-4B35-4312-B356-0CAE6F52DEBE}"/>
              </a:ext>
            </a:extLst>
          </p:cNvPr>
          <p:cNvSpPr>
            <a:spLocks noGrp="1"/>
          </p:cNvSpPr>
          <p:nvPr/>
        </p:nvSpPr>
        <p:spPr>
          <a:xfrm>
            <a:off x="15792851" y="4191000"/>
            <a:ext cx="128346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0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29   (11.46%)</a:t>
            </a:r>
          </a:p>
        </p:txBody>
      </p:sp>
      <p:sp>
        <p:nvSpPr>
          <p:cNvPr id="312" name="Straight Connector 311">
            <a:extLst>
              <a:ext uri="{FF2B5EF4-FFF2-40B4-BE49-F238E27FC236}">
                <a16:creationId xmlns:a16="http://schemas.microsoft.com/office/drawing/2014/main" id="{DDC0DA20-106D-4369-AF87-ABF519A18278}"/>
              </a:ext>
            </a:extLst>
          </p:cNvPr>
          <p:cNvSpPr>
            <a:spLocks noGrp="1"/>
          </p:cNvSpPr>
          <p:nvPr/>
        </p:nvSpPr>
        <p:spPr>
          <a:xfrm>
            <a:off x="12584179" y="4467225"/>
            <a:ext cx="4466974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DF34537D-E3D9-4444-AE06-4B9514035DC7}"/>
              </a:ext>
            </a:extLst>
          </p:cNvPr>
          <p:cNvSpPr>
            <a:spLocks noGrp="1"/>
          </p:cNvSpPr>
          <p:nvPr/>
        </p:nvSpPr>
        <p:spPr>
          <a:xfrm>
            <a:off x="12483515" y="4486275"/>
            <a:ext cx="32715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B5084FA5-79C3-4B1F-B531-1DF58F288E90}"/>
              </a:ext>
            </a:extLst>
          </p:cNvPr>
          <p:cNvSpPr>
            <a:spLocks noGrp="1"/>
          </p:cNvSpPr>
          <p:nvPr/>
        </p:nvSpPr>
        <p:spPr>
          <a:xfrm>
            <a:off x="12886172" y="4486275"/>
            <a:ext cx="289409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Communication Drift</a:t>
            </a: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E875DB74-4886-4F31-A945-ADBCE6A5CD20}"/>
              </a:ext>
            </a:extLst>
          </p:cNvPr>
          <p:cNvSpPr>
            <a:spLocks noGrp="1"/>
          </p:cNvSpPr>
          <p:nvPr/>
        </p:nvSpPr>
        <p:spPr>
          <a:xfrm>
            <a:off x="15792851" y="4486275"/>
            <a:ext cx="128346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0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26   (10.28%)</a:t>
            </a:r>
          </a:p>
        </p:txBody>
      </p:sp>
      <p:sp>
        <p:nvSpPr>
          <p:cNvPr id="316" name="Straight Connector 315">
            <a:extLst>
              <a:ext uri="{FF2B5EF4-FFF2-40B4-BE49-F238E27FC236}">
                <a16:creationId xmlns:a16="http://schemas.microsoft.com/office/drawing/2014/main" id="{5F470037-68D6-4E66-99A0-39B2AB00080B}"/>
              </a:ext>
            </a:extLst>
          </p:cNvPr>
          <p:cNvSpPr>
            <a:spLocks noGrp="1"/>
          </p:cNvSpPr>
          <p:nvPr/>
        </p:nvSpPr>
        <p:spPr>
          <a:xfrm>
            <a:off x="12584179" y="4762500"/>
            <a:ext cx="4466974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7FD0C2CE-F55A-4B81-850E-A1AA5385ACB7}"/>
              </a:ext>
            </a:extLst>
          </p:cNvPr>
          <p:cNvSpPr>
            <a:spLocks noGrp="1"/>
          </p:cNvSpPr>
          <p:nvPr/>
        </p:nvSpPr>
        <p:spPr>
          <a:xfrm>
            <a:off x="12483515" y="4781550"/>
            <a:ext cx="32715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33603277-372E-4711-874D-3156DC7A313A}"/>
              </a:ext>
            </a:extLst>
          </p:cNvPr>
          <p:cNvSpPr>
            <a:spLocks noGrp="1"/>
          </p:cNvSpPr>
          <p:nvPr/>
        </p:nvSpPr>
        <p:spPr>
          <a:xfrm>
            <a:off x="12886172" y="4781550"/>
            <a:ext cx="289409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9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Procedural Drift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694D5CCE-2C23-44BF-ABD3-0F72B0204C0E}"/>
              </a:ext>
            </a:extLst>
          </p:cNvPr>
          <p:cNvSpPr>
            <a:spLocks noGrp="1"/>
          </p:cNvSpPr>
          <p:nvPr/>
        </p:nvSpPr>
        <p:spPr>
          <a:xfrm>
            <a:off x="15792851" y="4781550"/>
            <a:ext cx="128346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90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20   (7.91%)</a:t>
            </a: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D8505B68-A24F-485D-8CE2-8052930E59FA}"/>
              </a:ext>
            </a:extLst>
          </p:cNvPr>
          <p:cNvSpPr>
            <a:spLocks noGrp="1"/>
          </p:cNvSpPr>
          <p:nvPr/>
        </p:nvSpPr>
        <p:spPr>
          <a:xfrm>
            <a:off x="5262629" y="5655821"/>
            <a:ext cx="300964" cy="229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78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D6E16DF4-2474-452B-8573-79257BE12BB9}"/>
              </a:ext>
            </a:extLst>
          </p:cNvPr>
          <p:cNvSpPr>
            <a:spLocks noGrp="1"/>
          </p:cNvSpPr>
          <p:nvPr/>
        </p:nvSpPr>
        <p:spPr>
          <a:xfrm>
            <a:off x="5633045" y="5655821"/>
            <a:ext cx="1828932" cy="229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7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Leadership / Supervision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3F2A493A-61EA-4AF7-BBC5-35FDB307CBAC}"/>
              </a:ext>
            </a:extLst>
          </p:cNvPr>
          <p:cNvSpPr>
            <a:spLocks noGrp="1"/>
          </p:cNvSpPr>
          <p:nvPr/>
        </p:nvSpPr>
        <p:spPr>
          <a:xfrm>
            <a:off x="7485129" y="5655821"/>
            <a:ext cx="949193" cy="229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788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66   (25.68%)</a:t>
            </a:r>
          </a:p>
        </p:txBody>
      </p:sp>
      <p:sp>
        <p:nvSpPr>
          <p:cNvPr id="323" name="Straight Connector 322">
            <a:extLst>
              <a:ext uri="{FF2B5EF4-FFF2-40B4-BE49-F238E27FC236}">
                <a16:creationId xmlns:a16="http://schemas.microsoft.com/office/drawing/2014/main" id="{B00D4217-FE20-494F-9333-F678C875755F}"/>
              </a:ext>
            </a:extLst>
          </p:cNvPr>
          <p:cNvSpPr>
            <a:spLocks noGrp="1"/>
          </p:cNvSpPr>
          <p:nvPr/>
        </p:nvSpPr>
        <p:spPr>
          <a:xfrm>
            <a:off x="5332082" y="5895637"/>
            <a:ext cx="3102240" cy="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42B26658-708B-46EE-B07E-46B094EBAA2C}"/>
              </a:ext>
            </a:extLst>
          </p:cNvPr>
          <p:cNvSpPr>
            <a:spLocks noGrp="1"/>
          </p:cNvSpPr>
          <p:nvPr/>
        </p:nvSpPr>
        <p:spPr>
          <a:xfrm>
            <a:off x="5262629" y="5906064"/>
            <a:ext cx="300964" cy="229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78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505902D7-9BBA-4C55-9311-EC8B8C8631E1}"/>
              </a:ext>
            </a:extLst>
          </p:cNvPr>
          <p:cNvSpPr>
            <a:spLocks noGrp="1"/>
          </p:cNvSpPr>
          <p:nvPr/>
        </p:nvSpPr>
        <p:spPr>
          <a:xfrm>
            <a:off x="5633045" y="5906064"/>
            <a:ext cx="1828932" cy="229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7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Competency / Training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994FF38D-80C1-45F0-805F-6DDC721846E4}"/>
              </a:ext>
            </a:extLst>
          </p:cNvPr>
          <p:cNvSpPr>
            <a:spLocks noGrp="1"/>
          </p:cNvSpPr>
          <p:nvPr/>
        </p:nvSpPr>
        <p:spPr>
          <a:xfrm>
            <a:off x="7485129" y="5906064"/>
            <a:ext cx="949193" cy="229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788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65   (25.29%)</a:t>
            </a:r>
          </a:p>
        </p:txBody>
      </p:sp>
      <p:sp>
        <p:nvSpPr>
          <p:cNvPr id="327" name="Straight Connector 326">
            <a:extLst>
              <a:ext uri="{FF2B5EF4-FFF2-40B4-BE49-F238E27FC236}">
                <a16:creationId xmlns:a16="http://schemas.microsoft.com/office/drawing/2014/main" id="{12763E08-8622-4492-95B3-A00EFC12265D}"/>
              </a:ext>
            </a:extLst>
          </p:cNvPr>
          <p:cNvSpPr>
            <a:spLocks noGrp="1"/>
          </p:cNvSpPr>
          <p:nvPr/>
        </p:nvSpPr>
        <p:spPr>
          <a:xfrm>
            <a:off x="5332082" y="6145879"/>
            <a:ext cx="3102240" cy="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0D901A6F-1F7A-4EEA-B8C9-FD3C4753701A}"/>
              </a:ext>
            </a:extLst>
          </p:cNvPr>
          <p:cNvSpPr>
            <a:spLocks noGrp="1"/>
          </p:cNvSpPr>
          <p:nvPr/>
        </p:nvSpPr>
        <p:spPr>
          <a:xfrm>
            <a:off x="5262629" y="6156306"/>
            <a:ext cx="300964" cy="229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78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1A450052-56C4-4B1F-9E78-B4E249EE21CF}"/>
              </a:ext>
            </a:extLst>
          </p:cNvPr>
          <p:cNvSpPr>
            <a:spLocks noGrp="1"/>
          </p:cNvSpPr>
          <p:nvPr/>
        </p:nvSpPr>
        <p:spPr>
          <a:xfrm>
            <a:off x="5633045" y="6156306"/>
            <a:ext cx="1828932" cy="229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l">
              <a:buNone/>
              <a:defRPr sz="7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Procedure / Documentation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429529D1-953D-40DD-802E-567C9AFF6D82}"/>
              </a:ext>
            </a:extLst>
          </p:cNvPr>
          <p:cNvSpPr>
            <a:spLocks noGrp="1"/>
          </p:cNvSpPr>
          <p:nvPr/>
        </p:nvSpPr>
        <p:spPr>
          <a:xfrm>
            <a:off x="7485129" y="6156306"/>
            <a:ext cx="949193" cy="229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788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59   (22.96%)</a:t>
            </a:r>
          </a:p>
        </p:txBody>
      </p:sp>
      <p:sp>
        <p:nvSpPr>
          <p:cNvPr id="331" name="Straight Connector 330">
            <a:extLst>
              <a:ext uri="{FF2B5EF4-FFF2-40B4-BE49-F238E27FC236}">
                <a16:creationId xmlns:a16="http://schemas.microsoft.com/office/drawing/2014/main" id="{B0916901-5181-4D13-9F20-53FB493E3495}"/>
              </a:ext>
            </a:extLst>
          </p:cNvPr>
          <p:cNvSpPr>
            <a:spLocks noGrp="1"/>
          </p:cNvSpPr>
          <p:nvPr/>
        </p:nvSpPr>
        <p:spPr>
          <a:xfrm>
            <a:off x="5332082" y="6396122"/>
            <a:ext cx="3102240" cy="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7817EFFE-1336-4B18-BEE8-7BC840385135}"/>
              </a:ext>
            </a:extLst>
          </p:cNvPr>
          <p:cNvSpPr>
            <a:spLocks noGrp="1"/>
          </p:cNvSpPr>
          <p:nvPr/>
        </p:nvSpPr>
        <p:spPr>
          <a:xfrm>
            <a:off x="5262629" y="6406549"/>
            <a:ext cx="300964" cy="229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78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D9C63BC3-CBF9-485A-BB5E-C459EC40EEAE}"/>
              </a:ext>
            </a:extLst>
          </p:cNvPr>
          <p:cNvSpPr>
            <a:spLocks noGrp="1"/>
          </p:cNvSpPr>
          <p:nvPr/>
        </p:nvSpPr>
        <p:spPr>
          <a:xfrm>
            <a:off x="5633045" y="6406549"/>
            <a:ext cx="1828932" cy="229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l">
              <a:buNone/>
              <a:defRPr sz="7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Planning / Risk Assessment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1D655F57-6F79-4A9B-A515-29859D6F6B44}"/>
              </a:ext>
            </a:extLst>
          </p:cNvPr>
          <p:cNvSpPr>
            <a:spLocks noGrp="1"/>
          </p:cNvSpPr>
          <p:nvPr/>
        </p:nvSpPr>
        <p:spPr>
          <a:xfrm>
            <a:off x="7485129" y="6406549"/>
            <a:ext cx="949193" cy="229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788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39   (15.18%)</a:t>
            </a:r>
          </a:p>
        </p:txBody>
      </p:sp>
      <p:sp>
        <p:nvSpPr>
          <p:cNvPr id="335" name="Straight Connector 334">
            <a:extLst>
              <a:ext uri="{FF2B5EF4-FFF2-40B4-BE49-F238E27FC236}">
                <a16:creationId xmlns:a16="http://schemas.microsoft.com/office/drawing/2014/main" id="{13BC648C-78F6-4257-B970-C792986C9766}"/>
              </a:ext>
            </a:extLst>
          </p:cNvPr>
          <p:cNvSpPr>
            <a:spLocks noGrp="1"/>
          </p:cNvSpPr>
          <p:nvPr/>
        </p:nvSpPr>
        <p:spPr>
          <a:xfrm>
            <a:off x="5332082" y="6646365"/>
            <a:ext cx="3102240" cy="0"/>
          </a:xfrm>
          <a:prstGeom prst="line">
            <a:avLst/>
          </a:prstGeom>
          <a:noFill/>
          <a:ln w="6668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7378B48C-C96D-4072-BAAA-86F8EC71C189}"/>
              </a:ext>
            </a:extLst>
          </p:cNvPr>
          <p:cNvSpPr>
            <a:spLocks noGrp="1"/>
          </p:cNvSpPr>
          <p:nvPr/>
        </p:nvSpPr>
        <p:spPr>
          <a:xfrm>
            <a:off x="5262629" y="6656791"/>
            <a:ext cx="300964" cy="229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788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1247CB29-AB2F-4F1E-BCB7-20E08D01472C}"/>
              </a:ext>
            </a:extLst>
          </p:cNvPr>
          <p:cNvSpPr>
            <a:spLocks noGrp="1"/>
          </p:cNvSpPr>
          <p:nvPr/>
        </p:nvSpPr>
        <p:spPr>
          <a:xfrm>
            <a:off x="5633045" y="6656791"/>
            <a:ext cx="1828932" cy="229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788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Engineering / Design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92020BCE-CE3D-4FBE-A9F9-E8CE0ECFC18D}"/>
              </a:ext>
            </a:extLst>
          </p:cNvPr>
          <p:cNvSpPr>
            <a:spLocks noGrp="1"/>
          </p:cNvSpPr>
          <p:nvPr/>
        </p:nvSpPr>
        <p:spPr>
          <a:xfrm>
            <a:off x="7485129" y="6656791"/>
            <a:ext cx="949193" cy="229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buNone/>
              <a:defRPr sz="788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16   (6.23%)</a:t>
            </a:r>
          </a:p>
        </p:txBody>
      </p:sp>
      <p:sp>
        <p:nvSpPr>
          <p:cNvPr id="362" name="Straight Connector 361">
            <a:extLst>
              <a:ext uri="{FF2B5EF4-FFF2-40B4-BE49-F238E27FC236}">
                <a16:creationId xmlns:a16="http://schemas.microsoft.com/office/drawing/2014/main" id="{13E9F9AE-85AF-4954-8C92-3C67C5B1181C}"/>
              </a:ext>
            </a:extLst>
          </p:cNvPr>
          <p:cNvSpPr>
            <a:spLocks noGrp="1"/>
          </p:cNvSpPr>
          <p:nvPr/>
        </p:nvSpPr>
        <p:spPr>
          <a:xfrm>
            <a:off x="14813781" y="5707955"/>
            <a:ext cx="0" cy="1199079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3" name="Straight Connector 362">
            <a:extLst>
              <a:ext uri="{FF2B5EF4-FFF2-40B4-BE49-F238E27FC236}">
                <a16:creationId xmlns:a16="http://schemas.microsoft.com/office/drawing/2014/main" id="{096255C3-FBEC-4C8A-BC78-6BA9B12C7424}"/>
              </a:ext>
            </a:extLst>
          </p:cNvPr>
          <p:cNvSpPr>
            <a:spLocks noGrp="1"/>
          </p:cNvSpPr>
          <p:nvPr/>
        </p:nvSpPr>
        <p:spPr>
          <a:xfrm>
            <a:off x="15429598" y="5707955"/>
            <a:ext cx="0" cy="1199079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4" name="Straight Connector 363">
            <a:extLst>
              <a:ext uri="{FF2B5EF4-FFF2-40B4-BE49-F238E27FC236}">
                <a16:creationId xmlns:a16="http://schemas.microsoft.com/office/drawing/2014/main" id="{4B90FD39-64C8-463B-A8DC-F023B9BB2850}"/>
              </a:ext>
            </a:extLst>
          </p:cNvPr>
          <p:cNvSpPr>
            <a:spLocks noGrp="1"/>
          </p:cNvSpPr>
          <p:nvPr/>
        </p:nvSpPr>
        <p:spPr>
          <a:xfrm>
            <a:off x="16045414" y="5707955"/>
            <a:ext cx="0" cy="1199079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5" name="Straight Connector 364">
            <a:extLst>
              <a:ext uri="{FF2B5EF4-FFF2-40B4-BE49-F238E27FC236}">
                <a16:creationId xmlns:a16="http://schemas.microsoft.com/office/drawing/2014/main" id="{0F9FB1E8-BC5D-4986-8414-1942A1FA9D79}"/>
              </a:ext>
            </a:extLst>
          </p:cNvPr>
          <p:cNvSpPr>
            <a:spLocks noGrp="1"/>
          </p:cNvSpPr>
          <p:nvPr/>
        </p:nvSpPr>
        <p:spPr>
          <a:xfrm>
            <a:off x="16627943" y="5707955"/>
            <a:ext cx="0" cy="1199079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6" name="Straight Connector 365">
            <a:extLst>
              <a:ext uri="{FF2B5EF4-FFF2-40B4-BE49-F238E27FC236}">
                <a16:creationId xmlns:a16="http://schemas.microsoft.com/office/drawing/2014/main" id="{04103C40-2263-4643-B84E-3A3CC56A8C41}"/>
              </a:ext>
            </a:extLst>
          </p:cNvPr>
          <p:cNvSpPr>
            <a:spLocks noGrp="1"/>
          </p:cNvSpPr>
          <p:nvPr/>
        </p:nvSpPr>
        <p:spPr>
          <a:xfrm>
            <a:off x="14114747" y="5979051"/>
            <a:ext cx="3012507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7" name="Straight Connector 366">
            <a:extLst>
              <a:ext uri="{FF2B5EF4-FFF2-40B4-BE49-F238E27FC236}">
                <a16:creationId xmlns:a16="http://schemas.microsoft.com/office/drawing/2014/main" id="{6174D104-A7AB-42C7-9F11-59ED4D1FC60D}"/>
              </a:ext>
            </a:extLst>
          </p:cNvPr>
          <p:cNvSpPr>
            <a:spLocks noGrp="1"/>
          </p:cNvSpPr>
          <p:nvPr/>
        </p:nvSpPr>
        <p:spPr>
          <a:xfrm>
            <a:off x="14114747" y="6271001"/>
            <a:ext cx="3012507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8" name="Straight Connector 367">
            <a:extLst>
              <a:ext uri="{FF2B5EF4-FFF2-40B4-BE49-F238E27FC236}">
                <a16:creationId xmlns:a16="http://schemas.microsoft.com/office/drawing/2014/main" id="{A00BEAB0-D6CB-4DAA-9825-965C13FA51C9}"/>
              </a:ext>
            </a:extLst>
          </p:cNvPr>
          <p:cNvSpPr>
            <a:spLocks noGrp="1"/>
          </p:cNvSpPr>
          <p:nvPr/>
        </p:nvSpPr>
        <p:spPr>
          <a:xfrm>
            <a:off x="14114747" y="6542097"/>
            <a:ext cx="3012507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5DB8F306-24B5-4E1F-9493-AB14621383D3}"/>
              </a:ext>
            </a:extLst>
          </p:cNvPr>
          <p:cNvSpPr>
            <a:spLocks noGrp="1"/>
          </p:cNvSpPr>
          <p:nvPr/>
        </p:nvSpPr>
        <p:spPr>
          <a:xfrm>
            <a:off x="14114747" y="5707955"/>
            <a:ext cx="699035" cy="2710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863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Month</a:t>
            </a: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46746204-CA25-4114-A4F6-3FEF9DF37AFF}"/>
              </a:ext>
            </a:extLst>
          </p:cNvPr>
          <p:cNvSpPr>
            <a:spLocks noGrp="1"/>
          </p:cNvSpPr>
          <p:nvPr/>
        </p:nvSpPr>
        <p:spPr>
          <a:xfrm>
            <a:off x="14813781" y="5707955"/>
            <a:ext cx="615816" cy="2710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863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May</a:t>
            </a:r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667C1176-7E39-4857-857E-5114DF2DF125}"/>
              </a:ext>
            </a:extLst>
          </p:cNvPr>
          <p:cNvSpPr>
            <a:spLocks noGrp="1"/>
          </p:cNvSpPr>
          <p:nvPr/>
        </p:nvSpPr>
        <p:spPr>
          <a:xfrm>
            <a:off x="15429598" y="5707955"/>
            <a:ext cx="615816" cy="2710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863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June</a:t>
            </a: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CF428406-9F3A-4B3A-8D6A-DEE2CD61E1E8}"/>
              </a:ext>
            </a:extLst>
          </p:cNvPr>
          <p:cNvSpPr>
            <a:spLocks noGrp="1"/>
          </p:cNvSpPr>
          <p:nvPr/>
        </p:nvSpPr>
        <p:spPr>
          <a:xfrm>
            <a:off x="16045414" y="5707955"/>
            <a:ext cx="615816" cy="2710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863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July</a:t>
            </a: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B473F078-6109-47A0-8185-80FF382E420C}"/>
              </a:ext>
            </a:extLst>
          </p:cNvPr>
          <p:cNvSpPr>
            <a:spLocks noGrp="1"/>
          </p:cNvSpPr>
          <p:nvPr/>
        </p:nvSpPr>
        <p:spPr>
          <a:xfrm>
            <a:off x="16627943" y="5707955"/>
            <a:ext cx="615816" cy="2710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863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Total</a:t>
            </a: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37576253-9376-499C-A693-3274C6A4F477}"/>
              </a:ext>
            </a:extLst>
          </p:cNvPr>
          <p:cNvSpPr>
            <a:spLocks noGrp="1"/>
          </p:cNvSpPr>
          <p:nvPr/>
        </p:nvSpPr>
        <p:spPr>
          <a:xfrm>
            <a:off x="14114747" y="5989478"/>
            <a:ext cx="699035" cy="2815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Obs.</a:t>
            </a: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847C8CCF-74BA-4584-B117-47A0E45C4188}"/>
              </a:ext>
            </a:extLst>
          </p:cNvPr>
          <p:cNvSpPr>
            <a:spLocks noGrp="1"/>
          </p:cNvSpPr>
          <p:nvPr/>
        </p:nvSpPr>
        <p:spPr>
          <a:xfrm>
            <a:off x="14813781" y="5989478"/>
            <a:ext cx="615816" cy="2815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9BCE501D-7F67-4E1F-B729-150D97A0CE0E}"/>
              </a:ext>
            </a:extLst>
          </p:cNvPr>
          <p:cNvSpPr>
            <a:spLocks noGrp="1"/>
          </p:cNvSpPr>
          <p:nvPr/>
        </p:nvSpPr>
        <p:spPr>
          <a:xfrm>
            <a:off x="15429598" y="5989478"/>
            <a:ext cx="615816" cy="2815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05BF739E-8250-4E5C-80B4-D368D4FAB06A}"/>
              </a:ext>
            </a:extLst>
          </p:cNvPr>
          <p:cNvSpPr>
            <a:spLocks noGrp="1"/>
          </p:cNvSpPr>
          <p:nvPr/>
        </p:nvSpPr>
        <p:spPr>
          <a:xfrm>
            <a:off x="16045414" y="5989478"/>
            <a:ext cx="615816" cy="2815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5E928080-9F12-4125-BD81-B4E5CEEECA50}"/>
              </a:ext>
            </a:extLst>
          </p:cNvPr>
          <p:cNvSpPr>
            <a:spLocks noGrp="1"/>
          </p:cNvSpPr>
          <p:nvPr/>
        </p:nvSpPr>
        <p:spPr>
          <a:xfrm>
            <a:off x="16627943" y="5989478"/>
            <a:ext cx="615816" cy="2815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8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02EBF86A-389F-4C9D-BE3C-05757B558794}"/>
              </a:ext>
            </a:extLst>
          </p:cNvPr>
          <p:cNvSpPr>
            <a:spLocks noGrp="1"/>
          </p:cNvSpPr>
          <p:nvPr/>
        </p:nvSpPr>
        <p:spPr>
          <a:xfrm>
            <a:off x="14114747" y="6281428"/>
            <a:ext cx="3012507" cy="2606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90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000" b="1"/>
              <a:t>Observations by Zone (Total 58)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F5380E0-B6B9-4DB1-92D5-43C593646859}"/>
              </a:ext>
            </a:extLst>
          </p:cNvPr>
          <p:cNvSpPr>
            <a:spLocks noGrp="1"/>
          </p:cNvSpPr>
          <p:nvPr/>
        </p:nvSpPr>
        <p:spPr>
          <a:xfrm>
            <a:off x="14114747" y="6552524"/>
            <a:ext cx="753127" cy="2085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825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Z11</a:t>
            </a: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790D1FED-BA67-4C8A-9302-07D6DEEE500D}"/>
              </a:ext>
            </a:extLst>
          </p:cNvPr>
          <p:cNvSpPr>
            <a:spLocks noGrp="1"/>
          </p:cNvSpPr>
          <p:nvPr/>
        </p:nvSpPr>
        <p:spPr>
          <a:xfrm>
            <a:off x="14867874" y="6552524"/>
            <a:ext cx="753127" cy="2085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825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Z12</a:t>
            </a: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81034483-C9FD-441E-98B1-9A85E5C5A83C}"/>
              </a:ext>
            </a:extLst>
          </p:cNvPr>
          <p:cNvSpPr>
            <a:spLocks noGrp="1"/>
          </p:cNvSpPr>
          <p:nvPr/>
        </p:nvSpPr>
        <p:spPr>
          <a:xfrm>
            <a:off x="15621000" y="6552524"/>
            <a:ext cx="753127" cy="2085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825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Z13</a:t>
            </a: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1901DAE9-6A57-42E5-9FBE-0F6CCF9662DA}"/>
              </a:ext>
            </a:extLst>
          </p:cNvPr>
          <p:cNvSpPr>
            <a:spLocks noGrp="1"/>
          </p:cNvSpPr>
          <p:nvPr/>
        </p:nvSpPr>
        <p:spPr>
          <a:xfrm>
            <a:off x="16374127" y="6552524"/>
            <a:ext cx="753127" cy="2085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825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Z14</a:t>
            </a: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F16D5312-AB3C-4F29-A4A6-0EA00AF08207}"/>
              </a:ext>
            </a:extLst>
          </p:cNvPr>
          <p:cNvSpPr>
            <a:spLocks noGrp="1"/>
          </p:cNvSpPr>
          <p:nvPr/>
        </p:nvSpPr>
        <p:spPr>
          <a:xfrm>
            <a:off x="14114747" y="6740206"/>
            <a:ext cx="753127" cy="1876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F44176ED-F03F-412F-8BAF-4383ACEDC6A9}"/>
              </a:ext>
            </a:extLst>
          </p:cNvPr>
          <p:cNvSpPr>
            <a:spLocks noGrp="1"/>
          </p:cNvSpPr>
          <p:nvPr/>
        </p:nvSpPr>
        <p:spPr>
          <a:xfrm>
            <a:off x="14867874" y="6740206"/>
            <a:ext cx="753127" cy="1876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068EE065-63C7-4B9C-87F4-E1EC1C909F11}"/>
              </a:ext>
            </a:extLst>
          </p:cNvPr>
          <p:cNvSpPr>
            <a:spLocks noGrp="1"/>
          </p:cNvSpPr>
          <p:nvPr/>
        </p:nvSpPr>
        <p:spPr>
          <a:xfrm>
            <a:off x="15621000" y="6740206"/>
            <a:ext cx="753127" cy="1876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5F358E31-C22E-4B42-B380-361F31454512}"/>
              </a:ext>
            </a:extLst>
          </p:cNvPr>
          <p:cNvSpPr>
            <a:spLocks noGrp="1"/>
          </p:cNvSpPr>
          <p:nvPr/>
        </p:nvSpPr>
        <p:spPr>
          <a:xfrm>
            <a:off x="16374127" y="6740206"/>
            <a:ext cx="753127" cy="1876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buNone/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88" name="SECTION 8 PANEL">
            <a:extLst>
              <a:ext uri="{FF2B5EF4-FFF2-40B4-BE49-F238E27FC236}">
                <a16:creationId xmlns:a16="http://schemas.microsoft.com/office/drawing/2014/main" id="{33C970E7-B1BC-49AB-99C9-A2898B5A717C}"/>
              </a:ext>
            </a:extLst>
          </p:cNvPr>
          <p:cNvSpPr>
            <a:spLocks noGrp="1"/>
          </p:cNvSpPr>
          <p:nvPr/>
        </p:nvSpPr>
        <p:spPr>
          <a:xfrm>
            <a:off x="133350" y="7029450"/>
            <a:ext cx="8393176" cy="234315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1430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9" name="SECTION 8 HEADER">
            <a:extLst>
              <a:ext uri="{FF2B5EF4-FFF2-40B4-BE49-F238E27FC236}">
                <a16:creationId xmlns:a16="http://schemas.microsoft.com/office/drawing/2014/main" id="{5EC3870B-9BB9-4889-823B-2FC9CF91C523}"/>
              </a:ext>
            </a:extLst>
          </p:cNvPr>
          <p:cNvSpPr>
            <a:spLocks noGrp="1"/>
          </p:cNvSpPr>
          <p:nvPr/>
        </p:nvSpPr>
        <p:spPr>
          <a:xfrm>
            <a:off x="133350" y="7029450"/>
            <a:ext cx="8393176" cy="371475"/>
          </a:xfrm>
          <a:prstGeom prst="rect">
            <a:avLst/>
          </a:prstGeom>
          <a:solidFill>
            <a:srgbClr val="07356F"/>
          </a:solidFill>
          <a:ln w="9525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0" name="Rectangle: Rounded Corners 389">
            <a:extLst>
              <a:ext uri="{FF2B5EF4-FFF2-40B4-BE49-F238E27FC236}">
                <a16:creationId xmlns:a16="http://schemas.microsoft.com/office/drawing/2014/main" id="{DB4517C2-D602-4C9D-AAA8-35B66823B697}"/>
              </a:ext>
            </a:extLst>
          </p:cNvPr>
          <p:cNvSpPr>
            <a:spLocks noGrp="1"/>
          </p:cNvSpPr>
          <p:nvPr/>
        </p:nvSpPr>
        <p:spPr>
          <a:xfrm>
            <a:off x="257048" y="7086600"/>
            <a:ext cx="2667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1" name="SECTION 8 NUMBER">
            <a:extLst>
              <a:ext uri="{FF2B5EF4-FFF2-40B4-BE49-F238E27FC236}">
                <a16:creationId xmlns:a16="http://schemas.microsoft.com/office/drawing/2014/main" id="{ADCEB43C-4E7D-4D79-83B4-1F4B1B1BAE36}"/>
              </a:ext>
            </a:extLst>
          </p:cNvPr>
          <p:cNvSpPr>
            <a:spLocks noGrp="1"/>
          </p:cNvSpPr>
          <p:nvPr/>
        </p:nvSpPr>
        <p:spPr>
          <a:xfrm>
            <a:off x="257048" y="70770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92" name="SECTION 8 TITLE">
            <a:extLst>
              <a:ext uri="{FF2B5EF4-FFF2-40B4-BE49-F238E27FC236}">
                <a16:creationId xmlns:a16="http://schemas.microsoft.com/office/drawing/2014/main" id="{185090A6-A177-4978-AF0E-9AC8DB95916A}"/>
              </a:ext>
            </a:extLst>
          </p:cNvPr>
          <p:cNvSpPr>
            <a:spLocks noGrp="1"/>
          </p:cNvSpPr>
          <p:nvPr/>
        </p:nvSpPr>
        <p:spPr>
          <a:xfrm>
            <a:off x="636270" y="7048500"/>
            <a:ext cx="7778496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SYSTEMIC IMPROVEMENT INITIATIVES</a:t>
            </a:r>
          </a:p>
        </p:txBody>
      </p:sp>
      <p:sp>
        <p:nvSpPr>
          <p:cNvPr id="393" name="SECTION 9 PANEL">
            <a:extLst>
              <a:ext uri="{FF2B5EF4-FFF2-40B4-BE49-F238E27FC236}">
                <a16:creationId xmlns:a16="http://schemas.microsoft.com/office/drawing/2014/main" id="{869CBEC6-A055-4339-8A6E-2C251A56D868}"/>
              </a:ext>
            </a:extLst>
          </p:cNvPr>
          <p:cNvSpPr>
            <a:spLocks noGrp="1"/>
          </p:cNvSpPr>
          <p:nvPr/>
        </p:nvSpPr>
        <p:spPr>
          <a:xfrm>
            <a:off x="8610600" y="7029450"/>
            <a:ext cx="8591550" cy="234315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1430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4" name="SECTION 9 HEADER">
            <a:extLst>
              <a:ext uri="{FF2B5EF4-FFF2-40B4-BE49-F238E27FC236}">
                <a16:creationId xmlns:a16="http://schemas.microsoft.com/office/drawing/2014/main" id="{97E0E0CC-B30B-4BA8-B25D-A135B298129D}"/>
              </a:ext>
            </a:extLst>
          </p:cNvPr>
          <p:cNvSpPr>
            <a:spLocks noGrp="1"/>
          </p:cNvSpPr>
          <p:nvPr/>
        </p:nvSpPr>
        <p:spPr>
          <a:xfrm>
            <a:off x="8610600" y="7029450"/>
            <a:ext cx="8591550" cy="371475"/>
          </a:xfrm>
          <a:prstGeom prst="rect">
            <a:avLst/>
          </a:prstGeom>
          <a:solidFill>
            <a:srgbClr val="07356F"/>
          </a:solidFill>
          <a:ln w="9525">
            <a:solidFill>
              <a:srgbClr val="0735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5" name="Rectangle: Rounded Corners 394">
            <a:extLst>
              <a:ext uri="{FF2B5EF4-FFF2-40B4-BE49-F238E27FC236}">
                <a16:creationId xmlns:a16="http://schemas.microsoft.com/office/drawing/2014/main" id="{2BBAE625-C2FD-4227-9B64-48AD79606B8A}"/>
              </a:ext>
            </a:extLst>
          </p:cNvPr>
          <p:cNvSpPr>
            <a:spLocks noGrp="1"/>
          </p:cNvSpPr>
          <p:nvPr/>
        </p:nvSpPr>
        <p:spPr>
          <a:xfrm>
            <a:off x="8745372" y="7086600"/>
            <a:ext cx="266700" cy="25717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6" name="SECTION 9 NUMBER">
            <a:extLst>
              <a:ext uri="{FF2B5EF4-FFF2-40B4-BE49-F238E27FC236}">
                <a16:creationId xmlns:a16="http://schemas.microsoft.com/office/drawing/2014/main" id="{E0EC3493-68DC-4BBF-91C6-7EF12C8F2AD6}"/>
              </a:ext>
            </a:extLst>
          </p:cNvPr>
          <p:cNvSpPr>
            <a:spLocks noGrp="1"/>
          </p:cNvSpPr>
          <p:nvPr/>
        </p:nvSpPr>
        <p:spPr>
          <a:xfrm>
            <a:off x="8745372" y="70770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0735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356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97" name="SECTION 9 TITLE">
            <a:extLst>
              <a:ext uri="{FF2B5EF4-FFF2-40B4-BE49-F238E27FC236}">
                <a16:creationId xmlns:a16="http://schemas.microsoft.com/office/drawing/2014/main" id="{660561DC-3DDD-4C59-8960-18240FD944CF}"/>
              </a:ext>
            </a:extLst>
          </p:cNvPr>
          <p:cNvSpPr>
            <a:spLocks noGrp="1"/>
          </p:cNvSpPr>
          <p:nvPr/>
        </p:nvSpPr>
        <p:spPr>
          <a:xfrm>
            <a:off x="9135186" y="7048500"/>
            <a:ext cx="795039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466" name="Oval 465">
            <a:extLst>
              <a:ext uri="{FF2B5EF4-FFF2-40B4-BE49-F238E27FC236}">
                <a16:creationId xmlns:a16="http://schemas.microsoft.com/office/drawing/2014/main" id="{0EB3A7A0-EC7C-4500-8B75-7986C7E9D8D6}"/>
              </a:ext>
            </a:extLst>
          </p:cNvPr>
          <p:cNvSpPr>
            <a:spLocks noGrp="1"/>
          </p:cNvSpPr>
          <p:nvPr/>
        </p:nvSpPr>
        <p:spPr>
          <a:xfrm>
            <a:off x="8822851" y="7410450"/>
            <a:ext cx="438150" cy="438150"/>
          </a:xfrm>
          <a:prstGeom prst="ellipse">
            <a:avLst/>
          </a:prstGeom>
          <a:solidFill>
            <a:srgbClr val="0B73C9"/>
          </a:solidFill>
          <a:ln w="0">
            <a:solidFill>
              <a:srgbClr val="0B73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6B66D9EC-7799-4056-8909-66FD40ED4467}"/>
              </a:ext>
            </a:extLst>
          </p:cNvPr>
          <p:cNvSpPr>
            <a:spLocks noGrp="1"/>
          </p:cNvSpPr>
          <p:nvPr/>
        </p:nvSpPr>
        <p:spPr>
          <a:xfrm>
            <a:off x="8785462" y="7439025"/>
            <a:ext cx="512928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▮</a:t>
            </a:r>
          </a:p>
        </p:txBody>
      </p:sp>
      <p:sp>
        <p:nvSpPr>
          <p:cNvPr id="468" name="SUMMARY LABEL 1">
            <a:extLst>
              <a:ext uri="{FF2B5EF4-FFF2-40B4-BE49-F238E27FC236}">
                <a16:creationId xmlns:a16="http://schemas.microsoft.com/office/drawing/2014/main" id="{76905B49-EF3C-498A-906B-177F102625DB}"/>
              </a:ext>
            </a:extLst>
          </p:cNvPr>
          <p:cNvSpPr>
            <a:spLocks noGrp="1"/>
          </p:cNvSpPr>
          <p:nvPr/>
        </p:nvSpPr>
        <p:spPr>
          <a:xfrm>
            <a:off x="9531540" y="7429500"/>
            <a:ext cx="159707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l">
              <a:buNone/>
              <a:defRPr sz="1125" b="1">
                <a:solidFill>
                  <a:srgbClr val="0B73C9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B73C9"/>
                </a:solidFill>
                <a:latin typeface="Arial"/>
                <a:ea typeface="Arial"/>
                <a:cs typeface="Arial"/>
              </a:rPr>
              <a:t>Top SIF Exposure:</a:t>
            </a:r>
          </a:p>
        </p:txBody>
      </p:sp>
      <p:sp>
        <p:nvSpPr>
          <p:cNvPr id="469" name="SUMMARY TEXT 1">
            <a:extLst>
              <a:ext uri="{FF2B5EF4-FFF2-40B4-BE49-F238E27FC236}">
                <a16:creationId xmlns:a16="http://schemas.microsoft.com/office/drawing/2014/main" id="{588BB4D9-CAEE-4B02-943F-CD956C9ABD21}"/>
              </a:ext>
            </a:extLst>
          </p:cNvPr>
          <p:cNvSpPr>
            <a:spLocks noGrp="1"/>
          </p:cNvSpPr>
          <p:nvPr/>
        </p:nvSpPr>
        <p:spPr>
          <a:xfrm>
            <a:off x="11268501" y="7410450"/>
            <a:ext cx="5747129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l">
              <a:buNone/>
              <a:defRPr sz="9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Work at Height, Tools &amp; Equipment, and Hot Work
are the most frequently observed exposures.</a:t>
            </a:r>
          </a:p>
        </p:txBody>
      </p:sp>
      <p:sp>
        <p:nvSpPr>
          <p:cNvPr id="470" name="Straight Connector 469">
            <a:extLst>
              <a:ext uri="{FF2B5EF4-FFF2-40B4-BE49-F238E27FC236}">
                <a16:creationId xmlns:a16="http://schemas.microsoft.com/office/drawing/2014/main" id="{D5A0376E-9D62-4FA2-A899-F387434F9BF2}"/>
              </a:ext>
            </a:extLst>
          </p:cNvPr>
          <p:cNvSpPr>
            <a:spLocks noGrp="1"/>
          </p:cNvSpPr>
          <p:nvPr/>
        </p:nvSpPr>
        <p:spPr>
          <a:xfrm>
            <a:off x="9438280" y="7867650"/>
            <a:ext cx="7623981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1" name="Oval 470">
            <a:extLst>
              <a:ext uri="{FF2B5EF4-FFF2-40B4-BE49-F238E27FC236}">
                <a16:creationId xmlns:a16="http://schemas.microsoft.com/office/drawing/2014/main" id="{BF412AAC-9C0C-4DFD-A5E3-FAA8B12F78A2}"/>
              </a:ext>
            </a:extLst>
          </p:cNvPr>
          <p:cNvSpPr>
            <a:spLocks noGrp="1"/>
          </p:cNvSpPr>
          <p:nvPr/>
        </p:nvSpPr>
        <p:spPr>
          <a:xfrm>
            <a:off x="8822851" y="7877175"/>
            <a:ext cx="438150" cy="438150"/>
          </a:xfrm>
          <a:prstGeom prst="ellipse">
            <a:avLst/>
          </a:prstGeom>
          <a:solidFill>
            <a:srgbClr val="E10B12"/>
          </a:solidFill>
          <a:ln w="0">
            <a:solidFill>
              <a:srgbClr val="E10B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BEB8A4E2-444A-4CA2-8762-B6760CE729BB}"/>
              </a:ext>
            </a:extLst>
          </p:cNvPr>
          <p:cNvSpPr>
            <a:spLocks noGrp="1"/>
          </p:cNvSpPr>
          <p:nvPr/>
        </p:nvSpPr>
        <p:spPr>
          <a:xfrm>
            <a:off x="8785462" y="7905750"/>
            <a:ext cx="512928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473" name="SUMMARY LABEL 2">
            <a:extLst>
              <a:ext uri="{FF2B5EF4-FFF2-40B4-BE49-F238E27FC236}">
                <a16:creationId xmlns:a16="http://schemas.microsoft.com/office/drawing/2014/main" id="{A2A65495-8D78-424E-8BB4-46CA1922C4D9}"/>
              </a:ext>
            </a:extLst>
          </p:cNvPr>
          <p:cNvSpPr>
            <a:spLocks noGrp="1"/>
          </p:cNvSpPr>
          <p:nvPr/>
        </p:nvSpPr>
        <p:spPr>
          <a:xfrm>
            <a:off x="9531540" y="7896225"/>
            <a:ext cx="159707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1125" b="1">
                <a:solidFill>
                  <a:srgbClr val="E10B12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E10B12"/>
                </a:solidFill>
                <a:latin typeface="Arial"/>
                <a:ea typeface="Arial"/>
                <a:cs typeface="Arial"/>
              </a:rPr>
              <a:t>Critical Gaps:</a:t>
            </a:r>
          </a:p>
        </p:txBody>
      </p:sp>
      <p:sp>
        <p:nvSpPr>
          <p:cNvPr id="474" name="SUMMARY TEXT 2">
            <a:extLst>
              <a:ext uri="{FF2B5EF4-FFF2-40B4-BE49-F238E27FC236}">
                <a16:creationId xmlns:a16="http://schemas.microsoft.com/office/drawing/2014/main" id="{B90B2314-FC84-4AB8-B3FD-7147B04B333A}"/>
              </a:ext>
            </a:extLst>
          </p:cNvPr>
          <p:cNvSpPr>
            <a:spLocks noGrp="1"/>
          </p:cNvSpPr>
          <p:nvPr/>
        </p:nvSpPr>
        <p:spPr>
          <a:xfrm>
            <a:off x="11268501" y="7877175"/>
            <a:ext cx="5747129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l">
              <a:buNone/>
              <a:defRPr sz="9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Rescue Preparedness, Correct Equipment, Fall Protection,
and Engineering Safeguard are the leading gaps.</a:t>
            </a:r>
          </a:p>
        </p:txBody>
      </p:sp>
      <p:sp>
        <p:nvSpPr>
          <p:cNvPr id="475" name="Straight Connector 474">
            <a:extLst>
              <a:ext uri="{FF2B5EF4-FFF2-40B4-BE49-F238E27FC236}">
                <a16:creationId xmlns:a16="http://schemas.microsoft.com/office/drawing/2014/main" id="{5E385471-DE45-4E23-A60F-F195314C4A3C}"/>
              </a:ext>
            </a:extLst>
          </p:cNvPr>
          <p:cNvSpPr>
            <a:spLocks noGrp="1"/>
          </p:cNvSpPr>
          <p:nvPr/>
        </p:nvSpPr>
        <p:spPr>
          <a:xfrm>
            <a:off x="9438280" y="8334375"/>
            <a:ext cx="7623981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6" name="Oval 475">
            <a:extLst>
              <a:ext uri="{FF2B5EF4-FFF2-40B4-BE49-F238E27FC236}">
                <a16:creationId xmlns:a16="http://schemas.microsoft.com/office/drawing/2014/main" id="{AED6291C-D0CE-407A-8DC9-906951D10999}"/>
              </a:ext>
            </a:extLst>
          </p:cNvPr>
          <p:cNvSpPr>
            <a:spLocks noGrp="1"/>
          </p:cNvSpPr>
          <p:nvPr/>
        </p:nvSpPr>
        <p:spPr>
          <a:xfrm>
            <a:off x="8822851" y="8343900"/>
            <a:ext cx="438150" cy="438150"/>
          </a:xfrm>
          <a:prstGeom prst="ellipse">
            <a:avLst/>
          </a:prstGeom>
          <a:solidFill>
            <a:srgbClr val="E97700"/>
          </a:solidFill>
          <a:ln w="0">
            <a:solidFill>
              <a:srgbClr val="E97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B956279C-151D-4CDD-BF49-F1E9A2CB4B4C}"/>
              </a:ext>
            </a:extLst>
          </p:cNvPr>
          <p:cNvSpPr>
            <a:spLocks noGrp="1"/>
          </p:cNvSpPr>
          <p:nvPr/>
        </p:nvSpPr>
        <p:spPr>
          <a:xfrm>
            <a:off x="8785462" y="8372475"/>
            <a:ext cx="512928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478" name="SUMMARY LABEL 3">
            <a:extLst>
              <a:ext uri="{FF2B5EF4-FFF2-40B4-BE49-F238E27FC236}">
                <a16:creationId xmlns:a16="http://schemas.microsoft.com/office/drawing/2014/main" id="{96318E59-6A2C-4E40-987A-8FA14D54E38D}"/>
              </a:ext>
            </a:extLst>
          </p:cNvPr>
          <p:cNvSpPr>
            <a:spLocks noGrp="1"/>
          </p:cNvSpPr>
          <p:nvPr/>
        </p:nvSpPr>
        <p:spPr>
          <a:xfrm>
            <a:off x="9531540" y="8362950"/>
            <a:ext cx="159707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1125" b="1">
                <a:solidFill>
                  <a:srgbClr val="E9770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E97700"/>
                </a:solidFill>
                <a:latin typeface="Arial"/>
                <a:ea typeface="Arial"/>
                <a:cs typeface="Arial"/>
              </a:rPr>
              <a:t>Zone Attention:</a:t>
            </a:r>
          </a:p>
        </p:txBody>
      </p:sp>
      <p:sp>
        <p:nvSpPr>
          <p:cNvPr id="479" name="SUMMARY TEXT 3">
            <a:extLst>
              <a:ext uri="{FF2B5EF4-FFF2-40B4-BE49-F238E27FC236}">
                <a16:creationId xmlns:a16="http://schemas.microsoft.com/office/drawing/2014/main" id="{49995A65-7EE8-4568-9B07-24296B085B9B}"/>
              </a:ext>
            </a:extLst>
          </p:cNvPr>
          <p:cNvSpPr>
            <a:spLocks noGrp="1"/>
          </p:cNvSpPr>
          <p:nvPr/>
        </p:nvSpPr>
        <p:spPr>
          <a:xfrm>
            <a:off x="11268501" y="8343900"/>
            <a:ext cx="5747129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l">
              <a:buNone/>
              <a:defRPr sz="9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Zona 14 has the lowest current conformance at 51.72%;
Zona 11 also requires focused control verification.</a:t>
            </a:r>
          </a:p>
        </p:txBody>
      </p:sp>
      <p:sp>
        <p:nvSpPr>
          <p:cNvPr id="480" name="Straight Connector 479">
            <a:extLst>
              <a:ext uri="{FF2B5EF4-FFF2-40B4-BE49-F238E27FC236}">
                <a16:creationId xmlns:a16="http://schemas.microsoft.com/office/drawing/2014/main" id="{F8A680D7-3509-4CAD-A637-6876F3EC9448}"/>
              </a:ext>
            </a:extLst>
          </p:cNvPr>
          <p:cNvSpPr>
            <a:spLocks noGrp="1"/>
          </p:cNvSpPr>
          <p:nvPr/>
        </p:nvSpPr>
        <p:spPr>
          <a:xfrm>
            <a:off x="9438280" y="8801100"/>
            <a:ext cx="7623981" cy="0"/>
          </a:xfrm>
          <a:prstGeom prst="line">
            <a:avLst/>
          </a:prstGeom>
          <a:noFill/>
          <a:ln w="7620">
            <a:solidFill>
              <a:srgbClr val="C9D7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1" name="Oval 480">
            <a:extLst>
              <a:ext uri="{FF2B5EF4-FFF2-40B4-BE49-F238E27FC236}">
                <a16:creationId xmlns:a16="http://schemas.microsoft.com/office/drawing/2014/main" id="{8EF20C92-8969-4271-80E7-63A197C2B3B8}"/>
              </a:ext>
            </a:extLst>
          </p:cNvPr>
          <p:cNvSpPr>
            <a:spLocks noGrp="1"/>
          </p:cNvSpPr>
          <p:nvPr/>
        </p:nvSpPr>
        <p:spPr>
          <a:xfrm>
            <a:off x="8822851" y="8810625"/>
            <a:ext cx="438150" cy="438150"/>
          </a:xfrm>
          <a:prstGeom prst="ellipse">
            <a:avLst/>
          </a:prstGeom>
          <a:solidFill>
            <a:srgbClr val="07913B"/>
          </a:solidFill>
          <a:ln w="0">
            <a:solidFill>
              <a:srgbClr val="0791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A7C2988A-A6D0-4D05-92A6-FF01E54BCA10}"/>
              </a:ext>
            </a:extLst>
          </p:cNvPr>
          <p:cNvSpPr>
            <a:spLocks noGrp="1"/>
          </p:cNvSpPr>
          <p:nvPr/>
        </p:nvSpPr>
        <p:spPr>
          <a:xfrm>
            <a:off x="8785462" y="8839200"/>
            <a:ext cx="512928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◎</a:t>
            </a:r>
          </a:p>
        </p:txBody>
      </p:sp>
      <p:sp>
        <p:nvSpPr>
          <p:cNvPr id="483" name="SUMMARY LABEL 4">
            <a:extLst>
              <a:ext uri="{FF2B5EF4-FFF2-40B4-BE49-F238E27FC236}">
                <a16:creationId xmlns:a16="http://schemas.microsoft.com/office/drawing/2014/main" id="{9F47E4AB-D66E-449C-B573-352D51EC0FDE}"/>
              </a:ext>
            </a:extLst>
          </p:cNvPr>
          <p:cNvSpPr>
            <a:spLocks noGrp="1"/>
          </p:cNvSpPr>
          <p:nvPr/>
        </p:nvSpPr>
        <p:spPr>
          <a:xfrm>
            <a:off x="9531540" y="8829675"/>
            <a:ext cx="159707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buNone/>
              <a:defRPr sz="1125" b="1">
                <a:solidFill>
                  <a:srgbClr val="07913B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07913B"/>
                </a:solidFill>
                <a:latin typeface="Arial"/>
                <a:ea typeface="Arial"/>
                <a:cs typeface="Arial"/>
              </a:rPr>
              <a:t>Focus Area:</a:t>
            </a:r>
          </a:p>
        </p:txBody>
      </p:sp>
      <p:sp>
        <p:nvSpPr>
          <p:cNvPr id="484" name="SUMMARY TEXT 4">
            <a:extLst>
              <a:ext uri="{FF2B5EF4-FFF2-40B4-BE49-F238E27FC236}">
                <a16:creationId xmlns:a16="http://schemas.microsoft.com/office/drawing/2014/main" id="{099D2493-39AD-4053-9BD3-7EE32F0653F1}"/>
              </a:ext>
            </a:extLst>
          </p:cNvPr>
          <p:cNvSpPr>
            <a:spLocks noGrp="1"/>
          </p:cNvSpPr>
          <p:nvPr/>
        </p:nvSpPr>
        <p:spPr>
          <a:xfrm>
            <a:off x="11268501" y="8810625"/>
            <a:ext cx="5747129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l">
              <a:buNone/>
              <a:defRPr sz="9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Strengthen field verification, rescue readiness, atmospheric
monitoring, and WAH critical safeguards.</a:t>
            </a:r>
          </a:p>
        </p:txBody>
      </p:sp>
      <p:sp>
        <p:nvSpPr>
          <p:cNvPr id="487" name="KPI CARD PSIE">
            <a:extLst>
              <a:ext uri="{FF2B5EF4-FFF2-40B4-BE49-F238E27FC236}">
                <a16:creationId xmlns:a16="http://schemas.microsoft.com/office/drawing/2014/main" id="{4687DE7F-7307-42F1-9402-86BB6EA9A9AB}"/>
              </a:ext>
            </a:extLst>
          </p:cNvPr>
          <p:cNvSpPr>
            <a:spLocks noGrp="1"/>
          </p:cNvSpPr>
          <p:nvPr/>
        </p:nvSpPr>
        <p:spPr>
          <a:xfrm>
            <a:off x="5086350" y="1762125"/>
            <a:ext cx="2381250" cy="1362075"/>
          </a:xfrm>
          <a:prstGeom prst="roundRect">
            <a:avLst>
              <a:gd name="adj" fmla="val 6993"/>
            </a:avLst>
          </a:prstGeom>
          <a:solidFill>
            <a:srgbClr val="F7F5FF"/>
          </a:solidFill>
          <a:ln w="14288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8" name="KPI TITLE PSIE">
            <a:extLst>
              <a:ext uri="{FF2B5EF4-FFF2-40B4-BE49-F238E27FC236}">
                <a16:creationId xmlns:a16="http://schemas.microsoft.com/office/drawing/2014/main" id="{C43B6C6B-22C2-4E79-BDDC-EDBC817F53B1}"/>
              </a:ext>
            </a:extLst>
          </p:cNvPr>
          <p:cNvSpPr>
            <a:spLocks noGrp="1"/>
          </p:cNvSpPr>
          <p:nvPr/>
        </p:nvSpPr>
        <p:spPr>
          <a:xfrm>
            <a:off x="5133975" y="17907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ctr">
              <a:buNone/>
              <a:defRPr sz="1575" b="1">
                <a:solidFill>
                  <a:srgbClr val="3F16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F1678"/>
                </a:solidFill>
                <a:latin typeface="Arial"/>
                <a:ea typeface="Arial"/>
                <a:cs typeface="Arial"/>
              </a:rPr>
              <a:t>PSIE</a:t>
            </a:r>
          </a:p>
        </p:txBody>
      </p:sp>
      <p:sp>
        <p:nvSpPr>
          <p:cNvPr id="489" name="PSIE GAUGE SEGMENT 1">
            <a:extLst>
              <a:ext uri="{FF2B5EF4-FFF2-40B4-BE49-F238E27FC236}">
                <a16:creationId xmlns:a16="http://schemas.microsoft.com/office/drawing/2014/main" id="{5BA678C9-0FDA-441A-9BDF-D7D9DA2D4909}"/>
              </a:ext>
            </a:extLst>
          </p:cNvPr>
          <p:cNvSpPr>
            <a:spLocks noGrp="1"/>
          </p:cNvSpPr>
          <p:nvPr/>
        </p:nvSpPr>
        <p:spPr>
          <a:xfrm rot="5400000">
            <a:off x="5648325" y="2714625"/>
            <a:ext cx="76200" cy="152400"/>
          </a:xfrm>
          <a:prstGeom prst="roundRect">
            <a:avLst>
              <a:gd name="adj" fmla="val 375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0" name="PSIE GAUGE SEGMENT 2">
            <a:extLst>
              <a:ext uri="{FF2B5EF4-FFF2-40B4-BE49-F238E27FC236}">
                <a16:creationId xmlns:a16="http://schemas.microsoft.com/office/drawing/2014/main" id="{7EF0F61B-6C2C-4CD3-BC79-B48CEA1C8166}"/>
              </a:ext>
            </a:extLst>
          </p:cNvPr>
          <p:cNvSpPr>
            <a:spLocks noGrp="1"/>
          </p:cNvSpPr>
          <p:nvPr/>
        </p:nvSpPr>
        <p:spPr>
          <a:xfrm rot="4418182">
            <a:off x="5672246" y="2548248"/>
            <a:ext cx="76200" cy="152400"/>
          </a:xfrm>
          <a:prstGeom prst="roundRect">
            <a:avLst>
              <a:gd name="adj" fmla="val 375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1" name="PSIE GAUGE SEGMENT 3">
            <a:extLst>
              <a:ext uri="{FF2B5EF4-FFF2-40B4-BE49-F238E27FC236}">
                <a16:creationId xmlns:a16="http://schemas.microsoft.com/office/drawing/2014/main" id="{3C7C6579-F45F-4288-8E06-C271D8EB60A4}"/>
              </a:ext>
            </a:extLst>
          </p:cNvPr>
          <p:cNvSpPr>
            <a:spLocks noGrp="1"/>
          </p:cNvSpPr>
          <p:nvPr/>
        </p:nvSpPr>
        <p:spPr>
          <a:xfrm rot="3436364">
            <a:off x="5742073" y="2395350"/>
            <a:ext cx="76200" cy="152400"/>
          </a:xfrm>
          <a:prstGeom prst="roundRect">
            <a:avLst>
              <a:gd name="adj" fmla="val 375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2" name="PSIE GAUGE SEGMENT 4">
            <a:extLst>
              <a:ext uri="{FF2B5EF4-FFF2-40B4-BE49-F238E27FC236}">
                <a16:creationId xmlns:a16="http://schemas.microsoft.com/office/drawing/2014/main" id="{4CB3E911-F051-4A6F-9486-95EA9134F78A}"/>
              </a:ext>
            </a:extLst>
          </p:cNvPr>
          <p:cNvSpPr>
            <a:spLocks noGrp="1"/>
          </p:cNvSpPr>
          <p:nvPr/>
        </p:nvSpPr>
        <p:spPr>
          <a:xfrm rot="2454545">
            <a:off x="5852147" y="2268317"/>
            <a:ext cx="76200" cy="152400"/>
          </a:xfrm>
          <a:prstGeom prst="roundRect">
            <a:avLst>
              <a:gd name="adj" fmla="val 375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3" name="PSIE GAUGE SEGMENT 5">
            <a:extLst>
              <a:ext uri="{FF2B5EF4-FFF2-40B4-BE49-F238E27FC236}">
                <a16:creationId xmlns:a16="http://schemas.microsoft.com/office/drawing/2014/main" id="{160036BF-4C53-47A6-B0E3-B5A6F68C1998}"/>
              </a:ext>
            </a:extLst>
          </p:cNvPr>
          <p:cNvSpPr>
            <a:spLocks noGrp="1"/>
          </p:cNvSpPr>
          <p:nvPr/>
        </p:nvSpPr>
        <p:spPr>
          <a:xfrm rot="1472727">
            <a:off x="5993552" y="2177442"/>
            <a:ext cx="76200" cy="152400"/>
          </a:xfrm>
          <a:prstGeom prst="roundRect">
            <a:avLst>
              <a:gd name="adj" fmla="val 375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4" name="PSIE GAUGE SEGMENT 6">
            <a:extLst>
              <a:ext uri="{FF2B5EF4-FFF2-40B4-BE49-F238E27FC236}">
                <a16:creationId xmlns:a16="http://schemas.microsoft.com/office/drawing/2014/main" id="{FCD64913-7AD1-4272-9CBE-54E01D7285C2}"/>
              </a:ext>
            </a:extLst>
          </p:cNvPr>
          <p:cNvSpPr>
            <a:spLocks noGrp="1"/>
          </p:cNvSpPr>
          <p:nvPr/>
        </p:nvSpPr>
        <p:spPr>
          <a:xfrm rot="490909">
            <a:off x="6154831" y="2130086"/>
            <a:ext cx="76200" cy="152400"/>
          </a:xfrm>
          <a:prstGeom prst="roundRect">
            <a:avLst>
              <a:gd name="adj" fmla="val 375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5" name="PSIE GAUGE SEGMENT 7">
            <a:extLst>
              <a:ext uri="{FF2B5EF4-FFF2-40B4-BE49-F238E27FC236}">
                <a16:creationId xmlns:a16="http://schemas.microsoft.com/office/drawing/2014/main" id="{CAB20B01-065B-49D6-A213-3B348956478F}"/>
              </a:ext>
            </a:extLst>
          </p:cNvPr>
          <p:cNvSpPr>
            <a:spLocks noGrp="1"/>
          </p:cNvSpPr>
          <p:nvPr/>
        </p:nvSpPr>
        <p:spPr>
          <a:xfrm rot="-490909">
            <a:off x="6322919" y="2130086"/>
            <a:ext cx="76200" cy="152400"/>
          </a:xfrm>
          <a:prstGeom prst="roundRect">
            <a:avLst>
              <a:gd name="adj" fmla="val 375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6" name="PSIE GAUGE SEGMENT 8">
            <a:extLst>
              <a:ext uri="{FF2B5EF4-FFF2-40B4-BE49-F238E27FC236}">
                <a16:creationId xmlns:a16="http://schemas.microsoft.com/office/drawing/2014/main" id="{79FC577F-B4D5-4F65-8368-4CCE74FA2087}"/>
              </a:ext>
            </a:extLst>
          </p:cNvPr>
          <p:cNvSpPr>
            <a:spLocks noGrp="1"/>
          </p:cNvSpPr>
          <p:nvPr/>
        </p:nvSpPr>
        <p:spPr>
          <a:xfrm rot="-1472727">
            <a:off x="6484198" y="2177442"/>
            <a:ext cx="76200" cy="152400"/>
          </a:xfrm>
          <a:prstGeom prst="roundRect">
            <a:avLst>
              <a:gd name="adj" fmla="val 375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7" name="PSIE GAUGE SEGMENT 9">
            <a:extLst>
              <a:ext uri="{FF2B5EF4-FFF2-40B4-BE49-F238E27FC236}">
                <a16:creationId xmlns:a16="http://schemas.microsoft.com/office/drawing/2014/main" id="{DBA09B40-9B16-46D8-8BFB-E743AFED69B8}"/>
              </a:ext>
            </a:extLst>
          </p:cNvPr>
          <p:cNvSpPr>
            <a:spLocks noGrp="1"/>
          </p:cNvSpPr>
          <p:nvPr/>
        </p:nvSpPr>
        <p:spPr>
          <a:xfrm rot="-2454545">
            <a:off x="6625603" y="2268317"/>
            <a:ext cx="76200" cy="152400"/>
          </a:xfrm>
          <a:prstGeom prst="roundRect">
            <a:avLst>
              <a:gd name="adj" fmla="val 375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8" name="PSIE GAUGE SEGMENT 10">
            <a:extLst>
              <a:ext uri="{FF2B5EF4-FFF2-40B4-BE49-F238E27FC236}">
                <a16:creationId xmlns:a16="http://schemas.microsoft.com/office/drawing/2014/main" id="{B6D12E4D-3B40-41EA-8F95-9FA16FB744C2}"/>
              </a:ext>
            </a:extLst>
          </p:cNvPr>
          <p:cNvSpPr>
            <a:spLocks noGrp="1"/>
          </p:cNvSpPr>
          <p:nvPr/>
        </p:nvSpPr>
        <p:spPr>
          <a:xfrm rot="-3436364">
            <a:off x="6735677" y="2395350"/>
            <a:ext cx="76200" cy="152400"/>
          </a:xfrm>
          <a:prstGeom prst="roundRect">
            <a:avLst>
              <a:gd name="adj" fmla="val 375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9" name="PSIE GAUGE SEGMENT 11">
            <a:extLst>
              <a:ext uri="{FF2B5EF4-FFF2-40B4-BE49-F238E27FC236}">
                <a16:creationId xmlns:a16="http://schemas.microsoft.com/office/drawing/2014/main" id="{11A5E663-72EC-4D0A-9CC2-778B70B5AFD5}"/>
              </a:ext>
            </a:extLst>
          </p:cNvPr>
          <p:cNvSpPr>
            <a:spLocks noGrp="1"/>
          </p:cNvSpPr>
          <p:nvPr/>
        </p:nvSpPr>
        <p:spPr>
          <a:xfrm rot="-4418182">
            <a:off x="6805504" y="2548248"/>
            <a:ext cx="76200" cy="152400"/>
          </a:xfrm>
          <a:prstGeom prst="roundRect">
            <a:avLst>
              <a:gd name="adj" fmla="val 375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0" name="PSIE GAUGE SEGMENT 12">
            <a:extLst>
              <a:ext uri="{FF2B5EF4-FFF2-40B4-BE49-F238E27FC236}">
                <a16:creationId xmlns:a16="http://schemas.microsoft.com/office/drawing/2014/main" id="{B432F806-354D-42D0-84F3-A51A29BAF431}"/>
              </a:ext>
            </a:extLst>
          </p:cNvPr>
          <p:cNvSpPr>
            <a:spLocks noGrp="1"/>
          </p:cNvSpPr>
          <p:nvPr/>
        </p:nvSpPr>
        <p:spPr>
          <a:xfrm rot="-5400000">
            <a:off x="6829425" y="2714625"/>
            <a:ext cx="76200" cy="152400"/>
          </a:xfrm>
          <a:prstGeom prst="roundRect">
            <a:avLst>
              <a:gd name="adj" fmla="val 37500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1" name="KPI VALUE PSIE">
            <a:extLst>
              <a:ext uri="{FF2B5EF4-FFF2-40B4-BE49-F238E27FC236}">
                <a16:creationId xmlns:a16="http://schemas.microsoft.com/office/drawing/2014/main" id="{BC88581D-BE6D-4079-9491-85EBC213B4BD}"/>
              </a:ext>
            </a:extLst>
          </p:cNvPr>
          <p:cNvSpPr>
            <a:spLocks noGrp="1"/>
          </p:cNvSpPr>
          <p:nvPr/>
        </p:nvSpPr>
        <p:spPr>
          <a:xfrm>
            <a:off x="5567045" y="2381250"/>
            <a:ext cx="1562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ctr">
              <a:buNone/>
              <a:defRPr sz="2500" b="1">
                <a:solidFill>
                  <a:srgbClr val="3F16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3F1678"/>
                </a:solidFill>
                <a:latin typeface="Arial"/>
                <a:ea typeface="Arial"/>
                <a:cs typeface="Arial"/>
              </a:rPr>
              <a:t>56.99%</a:t>
            </a:r>
          </a:p>
        </p:txBody>
      </p:sp>
      <p:sp>
        <p:nvSpPr>
          <p:cNvPr id="502" name="KPI DETAIL PSIE">
            <a:extLst>
              <a:ext uri="{FF2B5EF4-FFF2-40B4-BE49-F238E27FC236}">
                <a16:creationId xmlns:a16="http://schemas.microsoft.com/office/drawing/2014/main" id="{8DE7F79B-6FB2-4EA1-BFC8-930B99EAF681}"/>
              </a:ext>
            </a:extLst>
          </p:cNvPr>
          <p:cNvSpPr>
            <a:spLocks noGrp="1"/>
          </p:cNvSpPr>
          <p:nvPr/>
        </p:nvSpPr>
        <p:spPr>
          <a:xfrm>
            <a:off x="5219700" y="2828925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ctr">
              <a:buNone/>
              <a:defRPr sz="750" b="1" i="1">
                <a:solidFill>
                  <a:srgbClr val="3F1678"/>
                </a:solidFill>
                <a:latin typeface="Arial"/>
                <a:ea typeface="Arial"/>
                <a:cs typeface="Arial"/>
              </a:defRPr>
            </a:pPr>
            <a:r>
              <a:rPr sz="750" i="1">
                <a:solidFill>
                  <a:srgbClr val="3F1678"/>
                </a:solidFill>
                <a:latin typeface="Arial"/>
                <a:ea typeface="Arial"/>
                <a:cs typeface="Arial"/>
              </a:rPr>
              <a:t>Baseline R4: 212 / 372 safeguards</a:t>
            </a:r>
          </a:p>
        </p:txBody>
      </p:sp>
      <p:sp>
        <p:nvSpPr>
          <p:cNvPr id="503" name="S6 GRID 0%">
            <a:extLst>
              <a:ext uri="{FF2B5EF4-FFF2-40B4-BE49-F238E27FC236}">
                <a16:creationId xmlns:a16="http://schemas.microsoft.com/office/drawing/2014/main" id="{45008BBD-7F03-482E-98C4-CAAB2FB25C9D}"/>
              </a:ext>
            </a:extLst>
          </p:cNvPr>
          <p:cNvSpPr>
            <a:spLocks noGrp="1"/>
          </p:cNvSpPr>
          <p:nvPr/>
        </p:nvSpPr>
        <p:spPr>
          <a:xfrm>
            <a:off x="9048750" y="6638925"/>
            <a:ext cx="4648200" cy="0"/>
          </a:xfrm>
          <a:prstGeom prst="line">
            <a:avLst/>
          </a:prstGeom>
          <a:noFill/>
          <a:ln w="9525">
            <a:solidFill>
              <a:srgbClr val="DDE5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4" name="S6 Y LABEL 0%">
            <a:extLst>
              <a:ext uri="{FF2B5EF4-FFF2-40B4-BE49-F238E27FC236}">
                <a16:creationId xmlns:a16="http://schemas.microsoft.com/office/drawing/2014/main" id="{D0DAF09E-D555-4F95-9AB6-AC881C614CA4}"/>
              </a:ext>
            </a:extLst>
          </p:cNvPr>
          <p:cNvSpPr>
            <a:spLocks noGrp="1"/>
          </p:cNvSpPr>
          <p:nvPr/>
        </p:nvSpPr>
        <p:spPr>
          <a:xfrm>
            <a:off x="8667750" y="65532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r">
              <a:buNone/>
              <a:defRPr sz="863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505" name="S6 GRID 25%">
            <a:extLst>
              <a:ext uri="{FF2B5EF4-FFF2-40B4-BE49-F238E27FC236}">
                <a16:creationId xmlns:a16="http://schemas.microsoft.com/office/drawing/2014/main" id="{E887E0C3-1A22-41EE-AD2D-7BA191DE9C88}"/>
              </a:ext>
            </a:extLst>
          </p:cNvPr>
          <p:cNvSpPr>
            <a:spLocks noGrp="1"/>
          </p:cNvSpPr>
          <p:nvPr/>
        </p:nvSpPr>
        <p:spPr>
          <a:xfrm>
            <a:off x="9048750" y="6436519"/>
            <a:ext cx="4648200" cy="0"/>
          </a:xfrm>
          <a:prstGeom prst="line">
            <a:avLst/>
          </a:prstGeom>
          <a:noFill/>
          <a:ln w="9525">
            <a:solidFill>
              <a:srgbClr val="DDE5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6" name="S6 Y LABEL 25%">
            <a:extLst>
              <a:ext uri="{FF2B5EF4-FFF2-40B4-BE49-F238E27FC236}">
                <a16:creationId xmlns:a16="http://schemas.microsoft.com/office/drawing/2014/main" id="{097505A8-CF87-4056-8BBB-2DDDAF8B9C11}"/>
              </a:ext>
            </a:extLst>
          </p:cNvPr>
          <p:cNvSpPr>
            <a:spLocks noGrp="1"/>
          </p:cNvSpPr>
          <p:nvPr/>
        </p:nvSpPr>
        <p:spPr>
          <a:xfrm>
            <a:off x="8667750" y="6350794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r">
              <a:buNone/>
              <a:defRPr sz="863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507" name="S6 GRID 50%">
            <a:extLst>
              <a:ext uri="{FF2B5EF4-FFF2-40B4-BE49-F238E27FC236}">
                <a16:creationId xmlns:a16="http://schemas.microsoft.com/office/drawing/2014/main" id="{0818B6A3-2641-4DE0-857B-A5C63444F5C0}"/>
              </a:ext>
            </a:extLst>
          </p:cNvPr>
          <p:cNvSpPr>
            <a:spLocks noGrp="1"/>
          </p:cNvSpPr>
          <p:nvPr/>
        </p:nvSpPr>
        <p:spPr>
          <a:xfrm>
            <a:off x="9048750" y="6234113"/>
            <a:ext cx="4648200" cy="0"/>
          </a:xfrm>
          <a:prstGeom prst="line">
            <a:avLst/>
          </a:prstGeom>
          <a:noFill/>
          <a:ln w="9525">
            <a:solidFill>
              <a:srgbClr val="DDE5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8" name="S6 Y LABEL 50%">
            <a:extLst>
              <a:ext uri="{FF2B5EF4-FFF2-40B4-BE49-F238E27FC236}">
                <a16:creationId xmlns:a16="http://schemas.microsoft.com/office/drawing/2014/main" id="{B30E6373-5EFE-4FD9-83D6-B8D6F7A25BE6}"/>
              </a:ext>
            </a:extLst>
          </p:cNvPr>
          <p:cNvSpPr>
            <a:spLocks noGrp="1"/>
          </p:cNvSpPr>
          <p:nvPr/>
        </p:nvSpPr>
        <p:spPr>
          <a:xfrm>
            <a:off x="8667750" y="6148388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r">
              <a:buNone/>
              <a:defRPr sz="863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509" name="S6 GRID 75%">
            <a:extLst>
              <a:ext uri="{FF2B5EF4-FFF2-40B4-BE49-F238E27FC236}">
                <a16:creationId xmlns:a16="http://schemas.microsoft.com/office/drawing/2014/main" id="{A9749554-99A6-4861-A6C0-6757B6338897}"/>
              </a:ext>
            </a:extLst>
          </p:cNvPr>
          <p:cNvSpPr>
            <a:spLocks noGrp="1"/>
          </p:cNvSpPr>
          <p:nvPr/>
        </p:nvSpPr>
        <p:spPr>
          <a:xfrm>
            <a:off x="9048750" y="6031706"/>
            <a:ext cx="4648200" cy="0"/>
          </a:xfrm>
          <a:prstGeom prst="line">
            <a:avLst/>
          </a:prstGeom>
          <a:noFill/>
          <a:ln w="9525">
            <a:solidFill>
              <a:srgbClr val="DDE5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0" name="S6 Y LABEL 75%">
            <a:extLst>
              <a:ext uri="{FF2B5EF4-FFF2-40B4-BE49-F238E27FC236}">
                <a16:creationId xmlns:a16="http://schemas.microsoft.com/office/drawing/2014/main" id="{561C9B1D-FC94-48A9-9400-46D31AE2B926}"/>
              </a:ext>
            </a:extLst>
          </p:cNvPr>
          <p:cNvSpPr>
            <a:spLocks noGrp="1"/>
          </p:cNvSpPr>
          <p:nvPr/>
        </p:nvSpPr>
        <p:spPr>
          <a:xfrm>
            <a:off x="8667750" y="5945981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r">
              <a:buNone/>
              <a:defRPr sz="863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75%</a:t>
            </a:r>
          </a:p>
        </p:txBody>
      </p:sp>
      <p:sp>
        <p:nvSpPr>
          <p:cNvPr id="511" name="S6 GRID 100%">
            <a:extLst>
              <a:ext uri="{FF2B5EF4-FFF2-40B4-BE49-F238E27FC236}">
                <a16:creationId xmlns:a16="http://schemas.microsoft.com/office/drawing/2014/main" id="{B93137CE-FB7D-49EF-A630-E6874089D1F6}"/>
              </a:ext>
            </a:extLst>
          </p:cNvPr>
          <p:cNvSpPr>
            <a:spLocks noGrp="1"/>
          </p:cNvSpPr>
          <p:nvPr/>
        </p:nvSpPr>
        <p:spPr>
          <a:xfrm>
            <a:off x="9048750" y="5829300"/>
            <a:ext cx="4648200" cy="0"/>
          </a:xfrm>
          <a:prstGeom prst="line">
            <a:avLst/>
          </a:prstGeom>
          <a:noFill/>
          <a:ln w="14288">
            <a:solidFill>
              <a:srgbClr val="0B55B7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12" name="S6 Y LABEL 100%">
            <a:extLst>
              <a:ext uri="{FF2B5EF4-FFF2-40B4-BE49-F238E27FC236}">
                <a16:creationId xmlns:a16="http://schemas.microsoft.com/office/drawing/2014/main" id="{7485FA2B-95C9-4A9F-81C4-B44189BAB289}"/>
              </a:ext>
            </a:extLst>
          </p:cNvPr>
          <p:cNvSpPr>
            <a:spLocks noGrp="1"/>
          </p:cNvSpPr>
          <p:nvPr/>
        </p:nvSpPr>
        <p:spPr>
          <a:xfrm>
            <a:off x="8667750" y="5743575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r">
              <a:buNone/>
              <a:defRPr sz="863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528" name="S6 TARGET NOTE">
            <a:extLst>
              <a:ext uri="{FF2B5EF4-FFF2-40B4-BE49-F238E27FC236}">
                <a16:creationId xmlns:a16="http://schemas.microsoft.com/office/drawing/2014/main" id="{33AC45C6-BB3C-4F42-B20B-620B52439B66}"/>
              </a:ext>
            </a:extLst>
          </p:cNvPr>
          <p:cNvSpPr>
            <a:spLocks noGrp="1"/>
          </p:cNvSpPr>
          <p:nvPr/>
        </p:nvSpPr>
        <p:spPr>
          <a:xfrm>
            <a:off x="9048750" y="5657850"/>
            <a:ext cx="20478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l">
              <a:buNone/>
              <a:defRPr sz="900" b="1">
                <a:solidFill>
                  <a:srgbClr val="0B55B7"/>
                </a:solidFill>
                <a:latin typeface="Arial"/>
                <a:ea typeface="Arial"/>
                <a:cs typeface="Arial"/>
              </a:defRPr>
            </a:pPr>
            <a:r>
              <a:rPr sz="580" b="1"/>
              <a:t>TARGET DEC 2026  •  100%</a:t>
            </a:r>
          </a:p>
        </p:txBody>
      </p:sp>
      <p:sp>
        <p:nvSpPr>
          <p:cNvPr id="529" name="S6 MONTH 1">
            <a:extLst>
              <a:ext uri="{FF2B5EF4-FFF2-40B4-BE49-F238E27FC236}">
                <a16:creationId xmlns:a16="http://schemas.microsoft.com/office/drawing/2014/main" id="{22B2C947-5AA4-479F-AE7B-1DE02B7767E1}"/>
              </a:ext>
            </a:extLst>
          </p:cNvPr>
          <p:cNvSpPr>
            <a:spLocks noGrp="1"/>
          </p:cNvSpPr>
          <p:nvPr/>
        </p:nvSpPr>
        <p:spPr>
          <a:xfrm>
            <a:off x="8810625" y="665797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ctr">
              <a:buNone/>
              <a:defRPr sz="938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570"/>
              <a:t>May</a:t>
            </a:r>
          </a:p>
        </p:txBody>
      </p:sp>
      <p:sp>
        <p:nvSpPr>
          <p:cNvPr id="530" name="S6 MONTH 2">
            <a:extLst>
              <a:ext uri="{FF2B5EF4-FFF2-40B4-BE49-F238E27FC236}">
                <a16:creationId xmlns:a16="http://schemas.microsoft.com/office/drawing/2014/main" id="{FCDD25AB-8638-470B-BDC4-4062813ACA8A}"/>
              </a:ext>
            </a:extLst>
          </p:cNvPr>
          <p:cNvSpPr>
            <a:spLocks noGrp="1"/>
          </p:cNvSpPr>
          <p:nvPr/>
        </p:nvSpPr>
        <p:spPr>
          <a:xfrm>
            <a:off x="9474654" y="665797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ctr">
              <a:buNone/>
              <a:defRPr sz="938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570"/>
              <a:t>Jun</a:t>
            </a:r>
          </a:p>
        </p:txBody>
      </p:sp>
      <p:sp>
        <p:nvSpPr>
          <p:cNvPr id="531" name="S6 MONTH 3">
            <a:extLst>
              <a:ext uri="{FF2B5EF4-FFF2-40B4-BE49-F238E27FC236}">
                <a16:creationId xmlns:a16="http://schemas.microsoft.com/office/drawing/2014/main" id="{5D2BA16D-47B0-4B5D-A9AF-71C2A4901423}"/>
              </a:ext>
            </a:extLst>
          </p:cNvPr>
          <p:cNvSpPr>
            <a:spLocks noGrp="1"/>
          </p:cNvSpPr>
          <p:nvPr/>
        </p:nvSpPr>
        <p:spPr>
          <a:xfrm>
            <a:off x="10138682" y="665797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ctr">
              <a:buNone/>
              <a:defRPr sz="938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570"/>
              <a:t>Jul</a:t>
            </a:r>
          </a:p>
        </p:txBody>
      </p:sp>
      <p:sp>
        <p:nvSpPr>
          <p:cNvPr id="532" name="S6 MONTH 4">
            <a:extLst>
              <a:ext uri="{FF2B5EF4-FFF2-40B4-BE49-F238E27FC236}">
                <a16:creationId xmlns:a16="http://schemas.microsoft.com/office/drawing/2014/main" id="{EC2E5BE1-328D-4CFE-9B3D-FDE081A8BC64}"/>
              </a:ext>
            </a:extLst>
          </p:cNvPr>
          <p:cNvSpPr>
            <a:spLocks noGrp="1"/>
          </p:cNvSpPr>
          <p:nvPr/>
        </p:nvSpPr>
        <p:spPr>
          <a:xfrm>
            <a:off x="10802711" y="665797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ctr">
              <a:buNone/>
              <a:defRPr sz="938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570"/>
              <a:t>Aug</a:t>
            </a:r>
          </a:p>
        </p:txBody>
      </p:sp>
      <p:sp>
        <p:nvSpPr>
          <p:cNvPr id="533" name="S6 MONTH 5">
            <a:extLst>
              <a:ext uri="{FF2B5EF4-FFF2-40B4-BE49-F238E27FC236}">
                <a16:creationId xmlns:a16="http://schemas.microsoft.com/office/drawing/2014/main" id="{158FA461-8D19-447C-85CB-47DE14E6B93E}"/>
              </a:ext>
            </a:extLst>
          </p:cNvPr>
          <p:cNvSpPr>
            <a:spLocks noGrp="1"/>
          </p:cNvSpPr>
          <p:nvPr/>
        </p:nvSpPr>
        <p:spPr>
          <a:xfrm>
            <a:off x="11466739" y="665797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ctr">
              <a:buNone/>
              <a:defRPr sz="938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570"/>
              <a:t>Sep</a:t>
            </a:r>
          </a:p>
        </p:txBody>
      </p:sp>
      <p:sp>
        <p:nvSpPr>
          <p:cNvPr id="534" name="S6 MONTH 6">
            <a:extLst>
              <a:ext uri="{FF2B5EF4-FFF2-40B4-BE49-F238E27FC236}">
                <a16:creationId xmlns:a16="http://schemas.microsoft.com/office/drawing/2014/main" id="{3F8515B0-8C35-4B77-9249-BC6054701071}"/>
              </a:ext>
            </a:extLst>
          </p:cNvPr>
          <p:cNvSpPr>
            <a:spLocks noGrp="1"/>
          </p:cNvSpPr>
          <p:nvPr/>
        </p:nvSpPr>
        <p:spPr>
          <a:xfrm>
            <a:off x="12130768" y="665797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ctr">
              <a:buNone/>
              <a:defRPr sz="938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570"/>
              <a:t>Oct</a:t>
            </a:r>
          </a:p>
        </p:txBody>
      </p:sp>
      <p:sp>
        <p:nvSpPr>
          <p:cNvPr id="535" name="S6 MONTH 7">
            <a:extLst>
              <a:ext uri="{FF2B5EF4-FFF2-40B4-BE49-F238E27FC236}">
                <a16:creationId xmlns:a16="http://schemas.microsoft.com/office/drawing/2014/main" id="{48D7A8B5-7052-4AB0-8D3B-2B473215312B}"/>
              </a:ext>
            </a:extLst>
          </p:cNvPr>
          <p:cNvSpPr>
            <a:spLocks noGrp="1"/>
          </p:cNvSpPr>
          <p:nvPr/>
        </p:nvSpPr>
        <p:spPr>
          <a:xfrm>
            <a:off x="12794796" y="665797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ctr">
              <a:buNone/>
              <a:defRPr sz="938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570"/>
              <a:t>Nov</a:t>
            </a:r>
          </a:p>
        </p:txBody>
      </p:sp>
      <p:sp>
        <p:nvSpPr>
          <p:cNvPr id="536" name="S6 MONTH 8">
            <a:extLst>
              <a:ext uri="{FF2B5EF4-FFF2-40B4-BE49-F238E27FC236}">
                <a16:creationId xmlns:a16="http://schemas.microsoft.com/office/drawing/2014/main" id="{D8D6DB3B-9CAF-4E4A-B93B-45F91A9998E4}"/>
              </a:ext>
            </a:extLst>
          </p:cNvPr>
          <p:cNvSpPr>
            <a:spLocks noGrp="1"/>
          </p:cNvSpPr>
          <p:nvPr/>
        </p:nvSpPr>
        <p:spPr>
          <a:xfrm>
            <a:off x="13458825" y="665797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ctr">
              <a:buNone/>
              <a:defRPr sz="938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570"/>
              <a:t>Dec</a:t>
            </a:r>
          </a:p>
        </p:txBody>
      </p:sp>
      <p:sp>
        <p:nvSpPr>
          <p:cNvPr id="545" name="S6 TREND CAPTION">
            <a:extLst>
              <a:ext uri="{FF2B5EF4-FFF2-40B4-BE49-F238E27FC236}">
                <a16:creationId xmlns:a16="http://schemas.microsoft.com/office/drawing/2014/main" id="{AB3E4850-BD4A-47DE-8761-47E4C7F9852A}"/>
              </a:ext>
            </a:extLst>
          </p:cNvPr>
          <p:cNvSpPr>
            <a:spLocks noGrp="1"/>
          </p:cNvSpPr>
          <p:nvPr/>
        </p:nvSpPr>
        <p:spPr>
          <a:xfrm>
            <a:off x="9124950" y="6800850"/>
            <a:ext cx="4286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0" rIns="19050" bIns="0" anchor="ctr">
            <a:noAutofit/>
          </a:bodyPr>
          <a:lstStyle/>
          <a:p>
            <a:pPr algn="ctr">
              <a:buNone/>
              <a:defRPr sz="1125" b="1">
                <a:solidFill>
                  <a:srgbClr val="0B376B"/>
                </a:solidFill>
                <a:latin typeface="Arial"/>
                <a:ea typeface="Arial"/>
                <a:cs typeface="Arial"/>
              </a:defRPr>
            </a:pPr>
            <a:r>
              <a:rPr sz="580"/>
              <a:t>Actual — through Aug        Plan / Target – Sep–Dec</a:t>
            </a:r>
          </a:p>
        </p:txBody>
      </p:sp>
      <p:sp>
        <p:nvSpPr>
          <p:cNvPr id="554" name="TextBox 553">
            <a:extLst>
              <a:ext uri="{FF2B5EF4-FFF2-40B4-BE49-F238E27FC236}">
                <a16:creationId xmlns:a16="http://schemas.microsoft.com/office/drawing/2014/main" id="{94CE06C1-6F69-4D92-8D0C-F4ECB54FD4FA}"/>
              </a:ext>
            </a:extLst>
          </p:cNvPr>
          <p:cNvSpPr>
            <a:spLocks noGrp="1"/>
          </p:cNvSpPr>
          <p:nvPr/>
        </p:nvSpPr>
        <p:spPr>
          <a:xfrm>
            <a:off x="184054" y="7428756"/>
            <a:ext cx="483543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1">
                <a:solidFill>
                  <a:srgbClr val="464646"/>
                </a:solidFill>
                <a:latin typeface="Arial"/>
                <a:ea typeface="Arial"/>
                <a:cs typeface="Arial"/>
              </a:rPr>
              <a:t>No.</a:t>
            </a:r>
          </a:p>
        </p:txBody>
      </p:sp>
      <p:sp>
        <p:nvSpPr>
          <p:cNvPr id="555" name="TextBox 554">
            <a:extLst>
              <a:ext uri="{FF2B5EF4-FFF2-40B4-BE49-F238E27FC236}">
                <a16:creationId xmlns:a16="http://schemas.microsoft.com/office/drawing/2014/main" id="{2FA81B6B-B304-4CA8-AD5F-02A7499C67A5}"/>
              </a:ext>
            </a:extLst>
          </p:cNvPr>
          <p:cNvSpPr>
            <a:spLocks noGrp="1"/>
          </p:cNvSpPr>
          <p:nvPr/>
        </p:nvSpPr>
        <p:spPr>
          <a:xfrm>
            <a:off x="679597" y="7428756"/>
            <a:ext cx="2796081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464646"/>
                </a:solidFill>
                <a:latin typeface="Arial"/>
                <a:ea typeface="Arial"/>
                <a:cs typeface="Arial"/>
              </a:rPr>
              <a:t>Initiative</a:t>
            </a:r>
          </a:p>
        </p:txBody>
      </p:sp>
      <p:sp>
        <p:nvSpPr>
          <p:cNvPr id="556" name="TextBox 555">
            <a:extLst>
              <a:ext uri="{FF2B5EF4-FFF2-40B4-BE49-F238E27FC236}">
                <a16:creationId xmlns:a16="http://schemas.microsoft.com/office/drawing/2014/main" id="{4A03DB10-5CA4-4B1C-B0B0-D6BD9AAEDF02}"/>
              </a:ext>
            </a:extLst>
          </p:cNvPr>
          <p:cNvSpPr>
            <a:spLocks noGrp="1"/>
          </p:cNvSpPr>
          <p:nvPr/>
        </p:nvSpPr>
        <p:spPr>
          <a:xfrm>
            <a:off x="3487678" y="7428756"/>
            <a:ext cx="979087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1">
                <a:solidFill>
                  <a:srgbClr val="464646"/>
                </a:solidFill>
                <a:latin typeface="Arial"/>
                <a:ea typeface="Arial"/>
                <a:cs typeface="Arial"/>
              </a:rPr>
              <a:t>Zona</a:t>
            </a:r>
          </a:p>
        </p:txBody>
      </p:sp>
      <p:sp>
        <p:nvSpPr>
          <p:cNvPr id="557" name="TextBox 556">
            <a:extLst>
              <a:ext uri="{FF2B5EF4-FFF2-40B4-BE49-F238E27FC236}">
                <a16:creationId xmlns:a16="http://schemas.microsoft.com/office/drawing/2014/main" id="{F23A0891-72C2-45CB-839C-746037FF55C4}"/>
              </a:ext>
            </a:extLst>
          </p:cNvPr>
          <p:cNvSpPr>
            <a:spLocks noGrp="1"/>
          </p:cNvSpPr>
          <p:nvPr/>
        </p:nvSpPr>
        <p:spPr>
          <a:xfrm>
            <a:off x="4478765" y="7428756"/>
            <a:ext cx="13920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1">
                <a:solidFill>
                  <a:srgbClr val="464646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1E91CBCF-6A6F-4616-B1D9-822953B28528}"/>
              </a:ext>
            </a:extLst>
          </p:cNvPr>
          <p:cNvSpPr>
            <a:spLocks noGrp="1"/>
          </p:cNvSpPr>
          <p:nvPr/>
        </p:nvSpPr>
        <p:spPr>
          <a:xfrm>
            <a:off x="5882805" y="7428756"/>
            <a:ext cx="1474631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1">
                <a:solidFill>
                  <a:srgbClr val="464646"/>
                </a:solidFill>
                <a:latin typeface="Arial"/>
                <a:ea typeface="Arial"/>
                <a:cs typeface="Arial"/>
              </a:rPr>
              <a:t>Progress</a:t>
            </a: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ED55B50E-F595-4B1F-AC9C-7CA00CB53696}"/>
              </a:ext>
            </a:extLst>
          </p:cNvPr>
          <p:cNvSpPr>
            <a:spLocks noGrp="1"/>
          </p:cNvSpPr>
          <p:nvPr/>
        </p:nvSpPr>
        <p:spPr>
          <a:xfrm>
            <a:off x="7369436" y="7428756"/>
            <a:ext cx="106168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1">
                <a:solidFill>
                  <a:srgbClr val="464646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1DB58640-7709-40ED-8FAF-D75B15169C11}"/>
              </a:ext>
            </a:extLst>
          </p:cNvPr>
          <p:cNvSpPr>
            <a:spLocks noGrp="1"/>
          </p:cNvSpPr>
          <p:nvPr/>
        </p:nvSpPr>
        <p:spPr>
          <a:xfrm>
            <a:off x="673597" y="7400925"/>
            <a:ext cx="900" cy="1885950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0DC3562F-CBAC-463E-8398-F6B91589D4BF}"/>
              </a:ext>
            </a:extLst>
          </p:cNvPr>
          <p:cNvSpPr>
            <a:spLocks noGrp="1"/>
          </p:cNvSpPr>
          <p:nvPr/>
        </p:nvSpPr>
        <p:spPr>
          <a:xfrm>
            <a:off x="3481678" y="7400925"/>
            <a:ext cx="900" cy="1885950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62" name="Rectangle 561">
            <a:extLst>
              <a:ext uri="{FF2B5EF4-FFF2-40B4-BE49-F238E27FC236}">
                <a16:creationId xmlns:a16="http://schemas.microsoft.com/office/drawing/2014/main" id="{02FE0152-0F94-4571-A01B-2E49032F5C30}"/>
              </a:ext>
            </a:extLst>
          </p:cNvPr>
          <p:cNvSpPr>
            <a:spLocks noGrp="1"/>
          </p:cNvSpPr>
          <p:nvPr/>
        </p:nvSpPr>
        <p:spPr>
          <a:xfrm>
            <a:off x="4472765" y="7400925"/>
            <a:ext cx="900" cy="1885950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D57C3926-DC62-49F0-89A9-CE3EF771C146}"/>
              </a:ext>
            </a:extLst>
          </p:cNvPr>
          <p:cNvSpPr>
            <a:spLocks noGrp="1"/>
          </p:cNvSpPr>
          <p:nvPr/>
        </p:nvSpPr>
        <p:spPr>
          <a:xfrm>
            <a:off x="5876805" y="7400925"/>
            <a:ext cx="900" cy="1885950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FAAD564C-C70F-4FA6-A5DA-9C6736BDEB9D}"/>
              </a:ext>
            </a:extLst>
          </p:cNvPr>
          <p:cNvSpPr>
            <a:spLocks noGrp="1"/>
          </p:cNvSpPr>
          <p:nvPr/>
        </p:nvSpPr>
        <p:spPr>
          <a:xfrm>
            <a:off x="7363436" y="7400925"/>
            <a:ext cx="900" cy="1885950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1052A2C4-DF82-489A-BD0D-6E8BD0FD156C}"/>
              </a:ext>
            </a:extLst>
          </p:cNvPr>
          <p:cNvSpPr>
            <a:spLocks noGrp="1"/>
          </p:cNvSpPr>
          <p:nvPr/>
        </p:nvSpPr>
        <p:spPr>
          <a:xfrm>
            <a:off x="178054" y="7610475"/>
            <a:ext cx="8259064" cy="900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66" name="Rectangle 565">
            <a:extLst>
              <a:ext uri="{FF2B5EF4-FFF2-40B4-BE49-F238E27FC236}">
                <a16:creationId xmlns:a16="http://schemas.microsoft.com/office/drawing/2014/main" id="{B253C8A6-6F02-4C34-965E-1160D0E9C795}"/>
              </a:ext>
            </a:extLst>
          </p:cNvPr>
          <p:cNvSpPr>
            <a:spLocks noGrp="1"/>
          </p:cNvSpPr>
          <p:nvPr/>
        </p:nvSpPr>
        <p:spPr>
          <a:xfrm>
            <a:off x="178054" y="7820025"/>
            <a:ext cx="8259064" cy="900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A70F4AD6-2E0F-4557-B851-67523460473E}"/>
              </a:ext>
            </a:extLst>
          </p:cNvPr>
          <p:cNvSpPr>
            <a:spLocks noGrp="1"/>
          </p:cNvSpPr>
          <p:nvPr/>
        </p:nvSpPr>
        <p:spPr>
          <a:xfrm>
            <a:off x="178054" y="8029575"/>
            <a:ext cx="8259064" cy="900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158A699E-7AF5-42C7-90D3-06C241CE87EB}"/>
              </a:ext>
            </a:extLst>
          </p:cNvPr>
          <p:cNvSpPr>
            <a:spLocks noGrp="1"/>
          </p:cNvSpPr>
          <p:nvPr/>
        </p:nvSpPr>
        <p:spPr>
          <a:xfrm>
            <a:off x="178054" y="8239125"/>
            <a:ext cx="8259064" cy="900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CB8BB466-46F1-47E9-BDB3-1709B2AF5156}"/>
              </a:ext>
            </a:extLst>
          </p:cNvPr>
          <p:cNvSpPr>
            <a:spLocks noGrp="1"/>
          </p:cNvSpPr>
          <p:nvPr/>
        </p:nvSpPr>
        <p:spPr>
          <a:xfrm>
            <a:off x="178054" y="8448675"/>
            <a:ext cx="8259064" cy="900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70" name="Rectangle 569">
            <a:extLst>
              <a:ext uri="{FF2B5EF4-FFF2-40B4-BE49-F238E27FC236}">
                <a16:creationId xmlns:a16="http://schemas.microsoft.com/office/drawing/2014/main" id="{359DE4AB-497A-4B1E-BCD4-4D3187F4492E}"/>
              </a:ext>
            </a:extLst>
          </p:cNvPr>
          <p:cNvSpPr>
            <a:spLocks noGrp="1"/>
          </p:cNvSpPr>
          <p:nvPr/>
        </p:nvSpPr>
        <p:spPr>
          <a:xfrm>
            <a:off x="178054" y="8658225"/>
            <a:ext cx="8259064" cy="900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4458C27F-251A-4ACA-8CB9-C364E7106444}"/>
              </a:ext>
            </a:extLst>
          </p:cNvPr>
          <p:cNvSpPr>
            <a:spLocks noGrp="1"/>
          </p:cNvSpPr>
          <p:nvPr/>
        </p:nvSpPr>
        <p:spPr>
          <a:xfrm>
            <a:off x="178054" y="8867775"/>
            <a:ext cx="8259064" cy="900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7440200C-8A0F-4E83-9D9D-1979EE4B45A8}"/>
              </a:ext>
            </a:extLst>
          </p:cNvPr>
          <p:cNvSpPr>
            <a:spLocks noGrp="1"/>
          </p:cNvSpPr>
          <p:nvPr/>
        </p:nvSpPr>
        <p:spPr>
          <a:xfrm>
            <a:off x="178054" y="9077325"/>
            <a:ext cx="8259064" cy="900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BD618436-3019-48EE-9D99-BB82AF49E85D}"/>
              </a:ext>
            </a:extLst>
          </p:cNvPr>
          <p:cNvSpPr>
            <a:spLocks noGrp="1"/>
          </p:cNvSpPr>
          <p:nvPr/>
        </p:nvSpPr>
        <p:spPr>
          <a:xfrm>
            <a:off x="178054" y="9286875"/>
            <a:ext cx="8259064" cy="900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E29F5D7E-1548-401D-9315-511169912A0A}"/>
              </a:ext>
            </a:extLst>
          </p:cNvPr>
          <p:cNvSpPr>
            <a:spLocks noGrp="1"/>
          </p:cNvSpPr>
          <p:nvPr/>
        </p:nvSpPr>
        <p:spPr>
          <a:xfrm>
            <a:off x="184054" y="7638306"/>
            <a:ext cx="483543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75" name="TextBox 574">
            <a:extLst>
              <a:ext uri="{FF2B5EF4-FFF2-40B4-BE49-F238E27FC236}">
                <a16:creationId xmlns:a16="http://schemas.microsoft.com/office/drawing/2014/main" id="{988E15D5-3110-485E-BAFF-B111B485235D}"/>
              </a:ext>
            </a:extLst>
          </p:cNvPr>
          <p:cNvSpPr>
            <a:spLocks noGrp="1"/>
          </p:cNvSpPr>
          <p:nvPr/>
        </p:nvSpPr>
        <p:spPr>
          <a:xfrm>
            <a:off x="683597" y="7638306"/>
            <a:ext cx="2788081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AI-assisted RA &amp; JSA</a:t>
            </a:r>
          </a:p>
        </p:txBody>
      </p:sp>
      <p:sp>
        <p:nvSpPr>
          <p:cNvPr id="576" name="TextBox 575">
            <a:extLst>
              <a:ext uri="{FF2B5EF4-FFF2-40B4-BE49-F238E27FC236}">
                <a16:creationId xmlns:a16="http://schemas.microsoft.com/office/drawing/2014/main" id="{6DA6F786-7A78-4952-B20E-084C14D0AF45}"/>
              </a:ext>
            </a:extLst>
          </p:cNvPr>
          <p:cNvSpPr>
            <a:spLocks noGrp="1"/>
          </p:cNvSpPr>
          <p:nvPr/>
        </p:nvSpPr>
        <p:spPr>
          <a:xfrm>
            <a:off x="3487678" y="7638306"/>
            <a:ext cx="979087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All Zona</a:t>
            </a:r>
          </a:p>
        </p:txBody>
      </p:sp>
      <p:sp>
        <p:nvSpPr>
          <p:cNvPr id="577" name="Oval 576">
            <a:extLst>
              <a:ext uri="{FF2B5EF4-FFF2-40B4-BE49-F238E27FC236}">
                <a16:creationId xmlns:a16="http://schemas.microsoft.com/office/drawing/2014/main" id="{9B5883E9-C1D5-4158-8329-B6342FE57189}"/>
              </a:ext>
            </a:extLst>
          </p:cNvPr>
          <p:cNvSpPr>
            <a:spLocks noGrp="1"/>
          </p:cNvSpPr>
          <p:nvPr/>
        </p:nvSpPr>
        <p:spPr>
          <a:xfrm>
            <a:off x="4486765" y="7670250"/>
            <a:ext cx="90000" cy="90000"/>
          </a:xfrm>
          <a:prstGeom prst="ellipse">
            <a:avLst/>
          </a:prstGeom>
          <a:solidFill>
            <a:srgbClr val="F49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858140E0-0D18-468E-9EA2-9F2812B9ACFD}"/>
              </a:ext>
            </a:extLst>
          </p:cNvPr>
          <p:cNvSpPr>
            <a:spLocks noGrp="1"/>
          </p:cNvSpPr>
          <p:nvPr/>
        </p:nvSpPr>
        <p:spPr>
          <a:xfrm>
            <a:off x="4592765" y="7638306"/>
            <a:ext cx="12790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79" name="Rounded Rectangle 578">
            <a:extLst>
              <a:ext uri="{FF2B5EF4-FFF2-40B4-BE49-F238E27FC236}">
                <a16:creationId xmlns:a16="http://schemas.microsoft.com/office/drawing/2014/main" id="{D5E499D2-61FE-4685-A5EA-E904AE15A933}"/>
              </a:ext>
            </a:extLst>
          </p:cNvPr>
          <p:cNvSpPr>
            <a:spLocks noGrp="1"/>
          </p:cNvSpPr>
          <p:nvPr/>
        </p:nvSpPr>
        <p:spPr>
          <a:xfrm>
            <a:off x="5892805" y="7675250"/>
            <a:ext cx="1351631" cy="80000"/>
          </a:xfrm>
          <a:prstGeom prst="round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80" name="Rounded Rectangle 579">
            <a:extLst>
              <a:ext uri="{FF2B5EF4-FFF2-40B4-BE49-F238E27FC236}">
                <a16:creationId xmlns:a16="http://schemas.microsoft.com/office/drawing/2014/main" id="{E3F44AF0-9B46-4E3C-A71E-7EB51A5EBF75}"/>
              </a:ext>
            </a:extLst>
          </p:cNvPr>
          <p:cNvSpPr>
            <a:spLocks noGrp="1"/>
          </p:cNvSpPr>
          <p:nvPr/>
        </p:nvSpPr>
        <p:spPr>
          <a:xfrm>
            <a:off x="5892805" y="7675250"/>
            <a:ext cx="270326" cy="80000"/>
          </a:xfrm>
          <a:prstGeom prst="roundRect">
            <a:avLst/>
          </a:prstGeom>
          <a:solidFill>
            <a:srgbClr val="296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EF1891DB-15C8-4C61-B577-C496B72E9BE8}"/>
              </a:ext>
            </a:extLst>
          </p:cNvPr>
          <p:cNvSpPr>
            <a:spLocks noGrp="1"/>
          </p:cNvSpPr>
          <p:nvPr/>
        </p:nvSpPr>
        <p:spPr>
          <a:xfrm>
            <a:off x="7195558" y="7638306"/>
            <a:ext cx="254878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1ABE6EBC-468F-411E-BBB7-7FAEBD3E5E15}"/>
              </a:ext>
            </a:extLst>
          </p:cNvPr>
          <p:cNvSpPr>
            <a:spLocks noGrp="1"/>
          </p:cNvSpPr>
          <p:nvPr/>
        </p:nvSpPr>
        <p:spPr>
          <a:xfrm>
            <a:off x="7367436" y="7638306"/>
            <a:ext cx="106568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1 Oct 2026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C66228D8-6469-48AB-9EDB-97B78CE31A87}"/>
              </a:ext>
            </a:extLst>
          </p:cNvPr>
          <p:cNvSpPr>
            <a:spLocks noGrp="1"/>
          </p:cNvSpPr>
          <p:nvPr/>
        </p:nvSpPr>
        <p:spPr>
          <a:xfrm>
            <a:off x="184054" y="7847856"/>
            <a:ext cx="483543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07867A60-D6F9-4571-B8CA-7DDDBACBCB6C}"/>
              </a:ext>
            </a:extLst>
          </p:cNvPr>
          <p:cNvSpPr>
            <a:spLocks noGrp="1"/>
          </p:cNvSpPr>
          <p:nvPr/>
        </p:nvSpPr>
        <p:spPr>
          <a:xfrm>
            <a:off x="683597" y="7847856"/>
            <a:ext cx="2788081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SWC Reinforcement</a:t>
            </a: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B0EC22ED-4C8F-49BB-99D2-66861D670C79}"/>
              </a:ext>
            </a:extLst>
          </p:cNvPr>
          <p:cNvSpPr>
            <a:spLocks noGrp="1"/>
          </p:cNvSpPr>
          <p:nvPr/>
        </p:nvSpPr>
        <p:spPr>
          <a:xfrm>
            <a:off x="3487678" y="7847856"/>
            <a:ext cx="979087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All Zona</a:t>
            </a:r>
          </a:p>
        </p:txBody>
      </p:sp>
      <p:sp>
        <p:nvSpPr>
          <p:cNvPr id="586" name="Oval 585">
            <a:extLst>
              <a:ext uri="{FF2B5EF4-FFF2-40B4-BE49-F238E27FC236}">
                <a16:creationId xmlns:a16="http://schemas.microsoft.com/office/drawing/2014/main" id="{D3A49CDA-75DC-47E3-ADDD-89F891B4E853}"/>
              </a:ext>
            </a:extLst>
          </p:cNvPr>
          <p:cNvSpPr>
            <a:spLocks noGrp="1"/>
          </p:cNvSpPr>
          <p:nvPr/>
        </p:nvSpPr>
        <p:spPr>
          <a:xfrm>
            <a:off x="4486765" y="7879800"/>
            <a:ext cx="90000" cy="90000"/>
          </a:xfrm>
          <a:prstGeom prst="ellipse">
            <a:avLst/>
          </a:prstGeom>
          <a:solidFill>
            <a:srgbClr val="F49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F8BA30AB-0CA8-4E53-855C-D56E63AA5AB0}"/>
              </a:ext>
            </a:extLst>
          </p:cNvPr>
          <p:cNvSpPr>
            <a:spLocks noGrp="1"/>
          </p:cNvSpPr>
          <p:nvPr/>
        </p:nvSpPr>
        <p:spPr>
          <a:xfrm>
            <a:off x="4592765" y="7847856"/>
            <a:ext cx="12790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88" name="Rounded Rectangle 587">
            <a:extLst>
              <a:ext uri="{FF2B5EF4-FFF2-40B4-BE49-F238E27FC236}">
                <a16:creationId xmlns:a16="http://schemas.microsoft.com/office/drawing/2014/main" id="{2306229C-02B7-4448-B401-6561F9AA4A3C}"/>
              </a:ext>
            </a:extLst>
          </p:cNvPr>
          <p:cNvSpPr>
            <a:spLocks noGrp="1"/>
          </p:cNvSpPr>
          <p:nvPr/>
        </p:nvSpPr>
        <p:spPr>
          <a:xfrm>
            <a:off x="5892805" y="7884800"/>
            <a:ext cx="1351631" cy="80000"/>
          </a:xfrm>
          <a:prstGeom prst="round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89" name="TextBox 588">
            <a:extLst>
              <a:ext uri="{FF2B5EF4-FFF2-40B4-BE49-F238E27FC236}">
                <a16:creationId xmlns:a16="http://schemas.microsoft.com/office/drawing/2014/main" id="{0D62BECD-C4AC-4DCC-A22C-6389526C0B63}"/>
              </a:ext>
            </a:extLst>
          </p:cNvPr>
          <p:cNvSpPr>
            <a:spLocks noGrp="1"/>
          </p:cNvSpPr>
          <p:nvPr/>
        </p:nvSpPr>
        <p:spPr>
          <a:xfrm>
            <a:off x="7266090" y="7847856"/>
            <a:ext cx="184346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590" name="TextBox 589">
            <a:extLst>
              <a:ext uri="{FF2B5EF4-FFF2-40B4-BE49-F238E27FC236}">
                <a16:creationId xmlns:a16="http://schemas.microsoft.com/office/drawing/2014/main" id="{F47D6FC0-E7FC-4DFE-A7D2-57687B469A37}"/>
              </a:ext>
            </a:extLst>
          </p:cNvPr>
          <p:cNvSpPr>
            <a:spLocks noGrp="1"/>
          </p:cNvSpPr>
          <p:nvPr/>
        </p:nvSpPr>
        <p:spPr>
          <a:xfrm>
            <a:off x="7367436" y="7847856"/>
            <a:ext cx="106568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30 Sep 2026</a:t>
            </a:r>
          </a:p>
        </p:txBody>
      </p:sp>
      <p:sp>
        <p:nvSpPr>
          <p:cNvPr id="591" name="TextBox 590">
            <a:extLst>
              <a:ext uri="{FF2B5EF4-FFF2-40B4-BE49-F238E27FC236}">
                <a16:creationId xmlns:a16="http://schemas.microsoft.com/office/drawing/2014/main" id="{7F82DEEF-2179-4AF6-9713-24B1EA79F9DB}"/>
              </a:ext>
            </a:extLst>
          </p:cNvPr>
          <p:cNvSpPr>
            <a:spLocks noGrp="1"/>
          </p:cNvSpPr>
          <p:nvPr/>
        </p:nvSpPr>
        <p:spPr>
          <a:xfrm>
            <a:off x="184054" y="8057406"/>
            <a:ext cx="483543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92" name="TextBox 591">
            <a:extLst>
              <a:ext uri="{FF2B5EF4-FFF2-40B4-BE49-F238E27FC236}">
                <a16:creationId xmlns:a16="http://schemas.microsoft.com/office/drawing/2014/main" id="{27BD0AAB-D689-4E88-8CF3-7367B7C6DDB5}"/>
              </a:ext>
            </a:extLst>
          </p:cNvPr>
          <p:cNvSpPr>
            <a:spLocks noGrp="1"/>
          </p:cNvSpPr>
          <p:nvPr/>
        </p:nvSpPr>
        <p:spPr>
          <a:xfrm>
            <a:off x="683597" y="8057406"/>
            <a:ext cx="2788081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 dirty="0">
                <a:solidFill>
                  <a:srgbClr val="282828"/>
                </a:solidFill>
                <a:latin typeface="Arial"/>
                <a:ea typeface="Arial"/>
                <a:cs typeface="Arial"/>
              </a:rPr>
              <a:t>Business Partner V&amp;V Coaching</a:t>
            </a:r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CBF11CEF-F77A-40AA-9227-842E86E0A117}"/>
              </a:ext>
            </a:extLst>
          </p:cNvPr>
          <p:cNvSpPr>
            <a:spLocks noGrp="1"/>
          </p:cNvSpPr>
          <p:nvPr/>
        </p:nvSpPr>
        <p:spPr>
          <a:xfrm>
            <a:off x="3487678" y="8057406"/>
            <a:ext cx="979087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Zona 14</a:t>
            </a:r>
          </a:p>
        </p:txBody>
      </p:sp>
      <p:sp>
        <p:nvSpPr>
          <p:cNvPr id="594" name="Oval 593">
            <a:extLst>
              <a:ext uri="{FF2B5EF4-FFF2-40B4-BE49-F238E27FC236}">
                <a16:creationId xmlns:a16="http://schemas.microsoft.com/office/drawing/2014/main" id="{B50F738A-EBBC-49CA-BFD9-44C51CC6E0C1}"/>
              </a:ext>
            </a:extLst>
          </p:cNvPr>
          <p:cNvSpPr>
            <a:spLocks noGrp="1"/>
          </p:cNvSpPr>
          <p:nvPr/>
        </p:nvSpPr>
        <p:spPr>
          <a:xfrm>
            <a:off x="4486765" y="8089350"/>
            <a:ext cx="90000" cy="90000"/>
          </a:xfrm>
          <a:prstGeom prst="ellipse">
            <a:avLst/>
          </a:prstGeom>
          <a:solidFill>
            <a:srgbClr val="F49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209C2791-A271-4374-9110-AB1DC76DC765}"/>
              </a:ext>
            </a:extLst>
          </p:cNvPr>
          <p:cNvSpPr>
            <a:spLocks noGrp="1"/>
          </p:cNvSpPr>
          <p:nvPr/>
        </p:nvSpPr>
        <p:spPr>
          <a:xfrm>
            <a:off x="4592765" y="8057406"/>
            <a:ext cx="12790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596" name="Rounded Rectangle 595">
            <a:extLst>
              <a:ext uri="{FF2B5EF4-FFF2-40B4-BE49-F238E27FC236}">
                <a16:creationId xmlns:a16="http://schemas.microsoft.com/office/drawing/2014/main" id="{42F1D333-621F-4F30-A283-10D3E8F210D7}"/>
              </a:ext>
            </a:extLst>
          </p:cNvPr>
          <p:cNvSpPr>
            <a:spLocks noGrp="1"/>
          </p:cNvSpPr>
          <p:nvPr/>
        </p:nvSpPr>
        <p:spPr>
          <a:xfrm>
            <a:off x="5892805" y="8094350"/>
            <a:ext cx="1351631" cy="80000"/>
          </a:xfrm>
          <a:prstGeom prst="round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3544B7A6-3560-4F97-B2C4-F11A38455690}"/>
              </a:ext>
            </a:extLst>
          </p:cNvPr>
          <p:cNvSpPr>
            <a:spLocks noGrp="1"/>
          </p:cNvSpPr>
          <p:nvPr/>
        </p:nvSpPr>
        <p:spPr>
          <a:xfrm>
            <a:off x="7266090" y="8057406"/>
            <a:ext cx="184346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BF6DFAE6-CC04-49A0-97FF-F2C875B15563}"/>
              </a:ext>
            </a:extLst>
          </p:cNvPr>
          <p:cNvSpPr>
            <a:spLocks noGrp="1"/>
          </p:cNvSpPr>
          <p:nvPr/>
        </p:nvSpPr>
        <p:spPr>
          <a:xfrm>
            <a:off x="7367436" y="8057406"/>
            <a:ext cx="106568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31 Dec 2026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2E490721-78CE-44B3-AD07-2CE15FFE6236}"/>
              </a:ext>
            </a:extLst>
          </p:cNvPr>
          <p:cNvSpPr>
            <a:spLocks noGrp="1"/>
          </p:cNvSpPr>
          <p:nvPr/>
        </p:nvSpPr>
        <p:spPr>
          <a:xfrm>
            <a:off x="184054" y="8266956"/>
            <a:ext cx="483543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3D49139B-6236-4338-8E36-07650D7CF9FF}"/>
              </a:ext>
            </a:extLst>
          </p:cNvPr>
          <p:cNvSpPr>
            <a:spLocks noGrp="1"/>
          </p:cNvSpPr>
          <p:nvPr/>
        </p:nvSpPr>
        <p:spPr>
          <a:xfrm>
            <a:off x="683597" y="8266956"/>
            <a:ext cx="2788081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Individual LOTO Campaign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493305CA-66B3-4146-96E1-735C918235A2}"/>
              </a:ext>
            </a:extLst>
          </p:cNvPr>
          <p:cNvSpPr>
            <a:spLocks noGrp="1"/>
          </p:cNvSpPr>
          <p:nvPr/>
        </p:nvSpPr>
        <p:spPr>
          <a:xfrm>
            <a:off x="3487678" y="8266956"/>
            <a:ext cx="979087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Zona 13</a:t>
            </a:r>
          </a:p>
        </p:txBody>
      </p:sp>
      <p:sp>
        <p:nvSpPr>
          <p:cNvPr id="602" name="Oval 601">
            <a:extLst>
              <a:ext uri="{FF2B5EF4-FFF2-40B4-BE49-F238E27FC236}">
                <a16:creationId xmlns:a16="http://schemas.microsoft.com/office/drawing/2014/main" id="{2C231C3E-2B39-41C3-BAAC-35123236692D}"/>
              </a:ext>
            </a:extLst>
          </p:cNvPr>
          <p:cNvSpPr>
            <a:spLocks noGrp="1"/>
          </p:cNvSpPr>
          <p:nvPr/>
        </p:nvSpPr>
        <p:spPr>
          <a:xfrm>
            <a:off x="4486765" y="8298900"/>
            <a:ext cx="90000" cy="90000"/>
          </a:xfrm>
          <a:prstGeom prst="ellipse">
            <a:avLst/>
          </a:prstGeom>
          <a:solidFill>
            <a:srgbClr val="F49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603" name="TextBox 602">
            <a:extLst>
              <a:ext uri="{FF2B5EF4-FFF2-40B4-BE49-F238E27FC236}">
                <a16:creationId xmlns:a16="http://schemas.microsoft.com/office/drawing/2014/main" id="{B4AE3E9E-847E-47F4-BAC2-AEAFDDD333FE}"/>
              </a:ext>
            </a:extLst>
          </p:cNvPr>
          <p:cNvSpPr>
            <a:spLocks noGrp="1"/>
          </p:cNvSpPr>
          <p:nvPr/>
        </p:nvSpPr>
        <p:spPr>
          <a:xfrm>
            <a:off x="4592765" y="8266956"/>
            <a:ext cx="12790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604" name="Rounded Rectangle 603">
            <a:extLst>
              <a:ext uri="{FF2B5EF4-FFF2-40B4-BE49-F238E27FC236}">
                <a16:creationId xmlns:a16="http://schemas.microsoft.com/office/drawing/2014/main" id="{DDFDB654-4FAB-4AB3-8AEC-D5D027F206BD}"/>
              </a:ext>
            </a:extLst>
          </p:cNvPr>
          <p:cNvSpPr>
            <a:spLocks noGrp="1"/>
          </p:cNvSpPr>
          <p:nvPr/>
        </p:nvSpPr>
        <p:spPr>
          <a:xfrm>
            <a:off x="5892805" y="8303900"/>
            <a:ext cx="1351631" cy="80000"/>
          </a:xfrm>
          <a:prstGeom prst="round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605" name="Rounded Rectangle 604">
            <a:extLst>
              <a:ext uri="{FF2B5EF4-FFF2-40B4-BE49-F238E27FC236}">
                <a16:creationId xmlns:a16="http://schemas.microsoft.com/office/drawing/2014/main" id="{9BDC00D7-DAE0-4FF2-B3C7-987DBB42E855}"/>
              </a:ext>
            </a:extLst>
          </p:cNvPr>
          <p:cNvSpPr>
            <a:spLocks noGrp="1"/>
          </p:cNvSpPr>
          <p:nvPr/>
        </p:nvSpPr>
        <p:spPr>
          <a:xfrm>
            <a:off x="5892805" y="8303900"/>
            <a:ext cx="202744" cy="80000"/>
          </a:xfrm>
          <a:prstGeom prst="roundRect">
            <a:avLst/>
          </a:prstGeom>
          <a:solidFill>
            <a:srgbClr val="296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2EDC8C44-D2E9-4FFB-94A9-C2FE499F11F9}"/>
              </a:ext>
            </a:extLst>
          </p:cNvPr>
          <p:cNvSpPr>
            <a:spLocks noGrp="1"/>
          </p:cNvSpPr>
          <p:nvPr/>
        </p:nvSpPr>
        <p:spPr>
          <a:xfrm>
            <a:off x="7195558" y="8266956"/>
            <a:ext cx="254878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607" name="TextBox 606">
            <a:extLst>
              <a:ext uri="{FF2B5EF4-FFF2-40B4-BE49-F238E27FC236}">
                <a16:creationId xmlns:a16="http://schemas.microsoft.com/office/drawing/2014/main" id="{97A39E77-8495-47E1-ABC9-D22A6BDDB495}"/>
              </a:ext>
            </a:extLst>
          </p:cNvPr>
          <p:cNvSpPr>
            <a:spLocks noGrp="1"/>
          </p:cNvSpPr>
          <p:nvPr/>
        </p:nvSpPr>
        <p:spPr>
          <a:xfrm>
            <a:off x="7367436" y="8266956"/>
            <a:ext cx="106568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31 Aug 2026</a:t>
            </a:r>
          </a:p>
        </p:txBody>
      </p:sp>
      <p:sp>
        <p:nvSpPr>
          <p:cNvPr id="608" name="TextBox 607">
            <a:extLst>
              <a:ext uri="{FF2B5EF4-FFF2-40B4-BE49-F238E27FC236}">
                <a16:creationId xmlns:a16="http://schemas.microsoft.com/office/drawing/2014/main" id="{D353E27B-D38B-445D-8520-E89516716A3D}"/>
              </a:ext>
            </a:extLst>
          </p:cNvPr>
          <p:cNvSpPr>
            <a:spLocks noGrp="1"/>
          </p:cNvSpPr>
          <p:nvPr/>
        </p:nvSpPr>
        <p:spPr>
          <a:xfrm>
            <a:off x="184054" y="8476506"/>
            <a:ext cx="483543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09" name="TextBox 608">
            <a:extLst>
              <a:ext uri="{FF2B5EF4-FFF2-40B4-BE49-F238E27FC236}">
                <a16:creationId xmlns:a16="http://schemas.microsoft.com/office/drawing/2014/main" id="{E3579D5B-9FC8-4387-96D4-4C169A07B0DE}"/>
              </a:ext>
            </a:extLst>
          </p:cNvPr>
          <p:cNvSpPr>
            <a:spLocks noGrp="1"/>
          </p:cNvSpPr>
          <p:nvPr/>
        </p:nvSpPr>
        <p:spPr>
          <a:xfrm>
            <a:off x="683597" y="8476506"/>
            <a:ext cx="2788081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WAH Scaffolding SOP</a:t>
            </a:r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id="{C74F5855-5432-4C14-B070-CD7B065A8448}"/>
              </a:ext>
            </a:extLst>
          </p:cNvPr>
          <p:cNvSpPr>
            <a:spLocks noGrp="1"/>
          </p:cNvSpPr>
          <p:nvPr/>
        </p:nvSpPr>
        <p:spPr>
          <a:xfrm>
            <a:off x="3487678" y="8476506"/>
            <a:ext cx="979087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Zona 11</a:t>
            </a:r>
          </a:p>
        </p:txBody>
      </p:sp>
      <p:sp>
        <p:nvSpPr>
          <p:cNvPr id="611" name="Oval 610">
            <a:extLst>
              <a:ext uri="{FF2B5EF4-FFF2-40B4-BE49-F238E27FC236}">
                <a16:creationId xmlns:a16="http://schemas.microsoft.com/office/drawing/2014/main" id="{A2B5D98E-92EA-429C-8D78-20ABD0BFB783}"/>
              </a:ext>
            </a:extLst>
          </p:cNvPr>
          <p:cNvSpPr>
            <a:spLocks noGrp="1"/>
          </p:cNvSpPr>
          <p:nvPr/>
        </p:nvSpPr>
        <p:spPr>
          <a:xfrm>
            <a:off x="4486765" y="8508450"/>
            <a:ext cx="90000" cy="90000"/>
          </a:xfrm>
          <a:prstGeom prst="ellipse">
            <a:avLst/>
          </a:prstGeom>
          <a:solidFill>
            <a:srgbClr val="F49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8101CB03-91A0-4CE2-A181-83FA055D3C55}"/>
              </a:ext>
            </a:extLst>
          </p:cNvPr>
          <p:cNvSpPr>
            <a:spLocks noGrp="1"/>
          </p:cNvSpPr>
          <p:nvPr/>
        </p:nvSpPr>
        <p:spPr>
          <a:xfrm>
            <a:off x="4592765" y="8476506"/>
            <a:ext cx="12790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613" name="Rounded Rectangle 612">
            <a:extLst>
              <a:ext uri="{FF2B5EF4-FFF2-40B4-BE49-F238E27FC236}">
                <a16:creationId xmlns:a16="http://schemas.microsoft.com/office/drawing/2014/main" id="{9D5660C3-810D-40EE-9C59-39AC3832B4E6}"/>
              </a:ext>
            </a:extLst>
          </p:cNvPr>
          <p:cNvSpPr>
            <a:spLocks noGrp="1"/>
          </p:cNvSpPr>
          <p:nvPr/>
        </p:nvSpPr>
        <p:spPr>
          <a:xfrm>
            <a:off x="5892805" y="8513450"/>
            <a:ext cx="1351631" cy="80000"/>
          </a:xfrm>
          <a:prstGeom prst="round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614" name="Rounded Rectangle 613">
            <a:extLst>
              <a:ext uri="{FF2B5EF4-FFF2-40B4-BE49-F238E27FC236}">
                <a16:creationId xmlns:a16="http://schemas.microsoft.com/office/drawing/2014/main" id="{1FD460A3-9C39-4275-8E80-FB54807655AC}"/>
              </a:ext>
            </a:extLst>
          </p:cNvPr>
          <p:cNvSpPr>
            <a:spLocks noGrp="1"/>
          </p:cNvSpPr>
          <p:nvPr/>
        </p:nvSpPr>
        <p:spPr>
          <a:xfrm>
            <a:off x="5892805" y="8513450"/>
            <a:ext cx="67581" cy="80000"/>
          </a:xfrm>
          <a:prstGeom prst="roundRect">
            <a:avLst/>
          </a:prstGeom>
          <a:solidFill>
            <a:srgbClr val="296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615" name="TextBox 614">
            <a:extLst>
              <a:ext uri="{FF2B5EF4-FFF2-40B4-BE49-F238E27FC236}">
                <a16:creationId xmlns:a16="http://schemas.microsoft.com/office/drawing/2014/main" id="{59465573-E0A7-4C20-ACE3-1FAB8C3AC62D}"/>
              </a:ext>
            </a:extLst>
          </p:cNvPr>
          <p:cNvSpPr>
            <a:spLocks noGrp="1"/>
          </p:cNvSpPr>
          <p:nvPr/>
        </p:nvSpPr>
        <p:spPr>
          <a:xfrm>
            <a:off x="7266090" y="8476506"/>
            <a:ext cx="184346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5%</a:t>
            </a:r>
          </a:p>
        </p:txBody>
      </p:sp>
      <p:sp>
        <p:nvSpPr>
          <p:cNvPr id="616" name="TextBox 615">
            <a:extLst>
              <a:ext uri="{FF2B5EF4-FFF2-40B4-BE49-F238E27FC236}">
                <a16:creationId xmlns:a16="http://schemas.microsoft.com/office/drawing/2014/main" id="{41BC44CF-262C-4BF7-A3A4-5C93CA3D45CB}"/>
              </a:ext>
            </a:extLst>
          </p:cNvPr>
          <p:cNvSpPr>
            <a:spLocks noGrp="1"/>
          </p:cNvSpPr>
          <p:nvPr/>
        </p:nvSpPr>
        <p:spPr>
          <a:xfrm>
            <a:off x="7367436" y="8476506"/>
            <a:ext cx="106568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30 Sep 2026</a:t>
            </a:r>
          </a:p>
        </p:txBody>
      </p:sp>
      <p:sp>
        <p:nvSpPr>
          <p:cNvPr id="617" name="TextBox 616">
            <a:extLst>
              <a:ext uri="{FF2B5EF4-FFF2-40B4-BE49-F238E27FC236}">
                <a16:creationId xmlns:a16="http://schemas.microsoft.com/office/drawing/2014/main" id="{9991C77F-24D6-4C67-B385-7CF1D39CD3A9}"/>
              </a:ext>
            </a:extLst>
          </p:cNvPr>
          <p:cNvSpPr>
            <a:spLocks noGrp="1"/>
          </p:cNvSpPr>
          <p:nvPr/>
        </p:nvSpPr>
        <p:spPr>
          <a:xfrm>
            <a:off x="184054" y="8686056"/>
            <a:ext cx="483543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18" name="TextBox 617">
            <a:extLst>
              <a:ext uri="{FF2B5EF4-FFF2-40B4-BE49-F238E27FC236}">
                <a16:creationId xmlns:a16="http://schemas.microsoft.com/office/drawing/2014/main" id="{47DD73CE-9D17-456C-8D53-0EC77E7BE4A0}"/>
              </a:ext>
            </a:extLst>
          </p:cNvPr>
          <p:cNvSpPr>
            <a:spLocks noGrp="1"/>
          </p:cNvSpPr>
          <p:nvPr/>
        </p:nvSpPr>
        <p:spPr>
          <a:xfrm>
            <a:off x="683597" y="8686056"/>
            <a:ext cx="2788081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WAH Hierarchy of Control</a:t>
            </a:r>
          </a:p>
        </p:txBody>
      </p:sp>
      <p:sp>
        <p:nvSpPr>
          <p:cNvPr id="619" name="TextBox 618">
            <a:extLst>
              <a:ext uri="{FF2B5EF4-FFF2-40B4-BE49-F238E27FC236}">
                <a16:creationId xmlns:a16="http://schemas.microsoft.com/office/drawing/2014/main" id="{2DE18056-FF08-47F9-8E65-D9E0B21AB322}"/>
              </a:ext>
            </a:extLst>
          </p:cNvPr>
          <p:cNvSpPr>
            <a:spLocks noGrp="1"/>
          </p:cNvSpPr>
          <p:nvPr/>
        </p:nvSpPr>
        <p:spPr>
          <a:xfrm>
            <a:off x="3487678" y="8686056"/>
            <a:ext cx="979087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Zona 11</a:t>
            </a:r>
          </a:p>
        </p:txBody>
      </p:sp>
      <p:sp>
        <p:nvSpPr>
          <p:cNvPr id="620" name="Oval 619">
            <a:extLst>
              <a:ext uri="{FF2B5EF4-FFF2-40B4-BE49-F238E27FC236}">
                <a16:creationId xmlns:a16="http://schemas.microsoft.com/office/drawing/2014/main" id="{40745554-5181-49CD-93CA-18B35EF3F095}"/>
              </a:ext>
            </a:extLst>
          </p:cNvPr>
          <p:cNvSpPr>
            <a:spLocks noGrp="1"/>
          </p:cNvSpPr>
          <p:nvPr/>
        </p:nvSpPr>
        <p:spPr>
          <a:xfrm>
            <a:off x="4486765" y="8718000"/>
            <a:ext cx="90000" cy="90000"/>
          </a:xfrm>
          <a:prstGeom prst="ellipse">
            <a:avLst/>
          </a:prstGeom>
          <a:solidFill>
            <a:srgbClr val="F49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621" name="TextBox 620">
            <a:extLst>
              <a:ext uri="{FF2B5EF4-FFF2-40B4-BE49-F238E27FC236}">
                <a16:creationId xmlns:a16="http://schemas.microsoft.com/office/drawing/2014/main" id="{F7B527B9-3C24-4708-99A3-6EE754C9276F}"/>
              </a:ext>
            </a:extLst>
          </p:cNvPr>
          <p:cNvSpPr>
            <a:spLocks noGrp="1"/>
          </p:cNvSpPr>
          <p:nvPr/>
        </p:nvSpPr>
        <p:spPr>
          <a:xfrm>
            <a:off x="4592765" y="8686056"/>
            <a:ext cx="12790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622" name="Rounded Rectangle 621">
            <a:extLst>
              <a:ext uri="{FF2B5EF4-FFF2-40B4-BE49-F238E27FC236}">
                <a16:creationId xmlns:a16="http://schemas.microsoft.com/office/drawing/2014/main" id="{3A788B37-5DBC-4129-B976-297838140564}"/>
              </a:ext>
            </a:extLst>
          </p:cNvPr>
          <p:cNvSpPr>
            <a:spLocks noGrp="1"/>
          </p:cNvSpPr>
          <p:nvPr/>
        </p:nvSpPr>
        <p:spPr>
          <a:xfrm>
            <a:off x="5892805" y="8723000"/>
            <a:ext cx="1351631" cy="80000"/>
          </a:xfrm>
          <a:prstGeom prst="round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623" name="Rounded Rectangle 622">
            <a:extLst>
              <a:ext uri="{FF2B5EF4-FFF2-40B4-BE49-F238E27FC236}">
                <a16:creationId xmlns:a16="http://schemas.microsoft.com/office/drawing/2014/main" id="{36A7A67A-057A-4E08-9A5D-4E5A01EB43B5}"/>
              </a:ext>
            </a:extLst>
          </p:cNvPr>
          <p:cNvSpPr>
            <a:spLocks noGrp="1"/>
          </p:cNvSpPr>
          <p:nvPr/>
        </p:nvSpPr>
        <p:spPr>
          <a:xfrm>
            <a:off x="5892805" y="8723000"/>
            <a:ext cx="67581" cy="80000"/>
          </a:xfrm>
          <a:prstGeom prst="roundRect">
            <a:avLst/>
          </a:prstGeom>
          <a:solidFill>
            <a:srgbClr val="2962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624" name="TextBox 623">
            <a:extLst>
              <a:ext uri="{FF2B5EF4-FFF2-40B4-BE49-F238E27FC236}">
                <a16:creationId xmlns:a16="http://schemas.microsoft.com/office/drawing/2014/main" id="{A0A8A8C6-96CF-42F9-8D9B-5DD3FECAA683}"/>
              </a:ext>
            </a:extLst>
          </p:cNvPr>
          <p:cNvSpPr>
            <a:spLocks noGrp="1"/>
          </p:cNvSpPr>
          <p:nvPr/>
        </p:nvSpPr>
        <p:spPr>
          <a:xfrm>
            <a:off x="7266090" y="8686056"/>
            <a:ext cx="184346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5%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A59D04B1-D709-4956-BAC5-8C1B15B12565}"/>
              </a:ext>
            </a:extLst>
          </p:cNvPr>
          <p:cNvSpPr>
            <a:spLocks noGrp="1"/>
          </p:cNvSpPr>
          <p:nvPr/>
        </p:nvSpPr>
        <p:spPr>
          <a:xfrm>
            <a:off x="7367436" y="8686056"/>
            <a:ext cx="106568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1 Oct 2026</a:t>
            </a:r>
          </a:p>
        </p:txBody>
      </p:sp>
      <p:sp>
        <p:nvSpPr>
          <p:cNvPr id="626" name="TextBox 625">
            <a:extLst>
              <a:ext uri="{FF2B5EF4-FFF2-40B4-BE49-F238E27FC236}">
                <a16:creationId xmlns:a16="http://schemas.microsoft.com/office/drawing/2014/main" id="{9A75C601-D0AA-4C8D-BE0C-DFAFAF00BBD0}"/>
              </a:ext>
            </a:extLst>
          </p:cNvPr>
          <p:cNvSpPr>
            <a:spLocks noGrp="1"/>
          </p:cNvSpPr>
          <p:nvPr/>
        </p:nvSpPr>
        <p:spPr>
          <a:xfrm>
            <a:off x="184054" y="8895606"/>
            <a:ext cx="483543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47982E58-5A79-46F2-9F91-86E31260AE41}"/>
              </a:ext>
            </a:extLst>
          </p:cNvPr>
          <p:cNvSpPr>
            <a:spLocks noGrp="1"/>
          </p:cNvSpPr>
          <p:nvPr/>
        </p:nvSpPr>
        <p:spPr>
          <a:xfrm>
            <a:off x="683597" y="8895606"/>
            <a:ext cx="2788081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Human Performance Tools</a:t>
            </a: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0FFA545E-A7C8-41AA-884C-81D961ECE94B}"/>
              </a:ext>
            </a:extLst>
          </p:cNvPr>
          <p:cNvSpPr>
            <a:spLocks noGrp="1"/>
          </p:cNvSpPr>
          <p:nvPr/>
        </p:nvSpPr>
        <p:spPr>
          <a:xfrm>
            <a:off x="3487678" y="8895606"/>
            <a:ext cx="979087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All Zona</a:t>
            </a:r>
          </a:p>
        </p:txBody>
      </p:sp>
      <p:sp>
        <p:nvSpPr>
          <p:cNvPr id="629" name="Oval 628">
            <a:extLst>
              <a:ext uri="{FF2B5EF4-FFF2-40B4-BE49-F238E27FC236}">
                <a16:creationId xmlns:a16="http://schemas.microsoft.com/office/drawing/2014/main" id="{2BD21722-B069-4CB1-B9CC-B2476DD842FE}"/>
              </a:ext>
            </a:extLst>
          </p:cNvPr>
          <p:cNvSpPr>
            <a:spLocks noGrp="1"/>
          </p:cNvSpPr>
          <p:nvPr/>
        </p:nvSpPr>
        <p:spPr>
          <a:xfrm>
            <a:off x="4486765" y="8927550"/>
            <a:ext cx="90000" cy="90000"/>
          </a:xfrm>
          <a:prstGeom prst="ellipse">
            <a:avLst/>
          </a:prstGeom>
          <a:solidFill>
            <a:srgbClr val="F49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630" name="TextBox 629">
            <a:extLst>
              <a:ext uri="{FF2B5EF4-FFF2-40B4-BE49-F238E27FC236}">
                <a16:creationId xmlns:a16="http://schemas.microsoft.com/office/drawing/2014/main" id="{ED4FC33F-2B1B-4505-A272-ED35E5B556CD}"/>
              </a:ext>
            </a:extLst>
          </p:cNvPr>
          <p:cNvSpPr>
            <a:spLocks noGrp="1"/>
          </p:cNvSpPr>
          <p:nvPr/>
        </p:nvSpPr>
        <p:spPr>
          <a:xfrm>
            <a:off x="4592765" y="8895606"/>
            <a:ext cx="12790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631" name="Rounded Rectangle 630">
            <a:extLst>
              <a:ext uri="{FF2B5EF4-FFF2-40B4-BE49-F238E27FC236}">
                <a16:creationId xmlns:a16="http://schemas.microsoft.com/office/drawing/2014/main" id="{9002F366-E659-4325-8106-EDB70B67E3D7}"/>
              </a:ext>
            </a:extLst>
          </p:cNvPr>
          <p:cNvSpPr>
            <a:spLocks noGrp="1"/>
          </p:cNvSpPr>
          <p:nvPr/>
        </p:nvSpPr>
        <p:spPr>
          <a:xfrm>
            <a:off x="5892805" y="8932550"/>
            <a:ext cx="1351631" cy="80000"/>
          </a:xfrm>
          <a:prstGeom prst="round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632" name="TextBox 631">
            <a:extLst>
              <a:ext uri="{FF2B5EF4-FFF2-40B4-BE49-F238E27FC236}">
                <a16:creationId xmlns:a16="http://schemas.microsoft.com/office/drawing/2014/main" id="{21DAF0F4-57CC-4701-BC89-81DBB150CB45}"/>
              </a:ext>
            </a:extLst>
          </p:cNvPr>
          <p:cNvSpPr>
            <a:spLocks noGrp="1"/>
          </p:cNvSpPr>
          <p:nvPr/>
        </p:nvSpPr>
        <p:spPr>
          <a:xfrm>
            <a:off x="7266090" y="8895606"/>
            <a:ext cx="184346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633" name="TextBox 632">
            <a:extLst>
              <a:ext uri="{FF2B5EF4-FFF2-40B4-BE49-F238E27FC236}">
                <a16:creationId xmlns:a16="http://schemas.microsoft.com/office/drawing/2014/main" id="{AC6898C8-B5AF-416A-8B6D-F37550EBA02E}"/>
              </a:ext>
            </a:extLst>
          </p:cNvPr>
          <p:cNvSpPr>
            <a:spLocks noGrp="1"/>
          </p:cNvSpPr>
          <p:nvPr/>
        </p:nvSpPr>
        <p:spPr>
          <a:xfrm>
            <a:off x="7367436" y="8895606"/>
            <a:ext cx="106568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30 Sep 2026</a:t>
            </a:r>
          </a:p>
        </p:txBody>
      </p:sp>
      <p:sp>
        <p:nvSpPr>
          <p:cNvPr id="634" name="TextBox 633">
            <a:extLst>
              <a:ext uri="{FF2B5EF4-FFF2-40B4-BE49-F238E27FC236}">
                <a16:creationId xmlns:a16="http://schemas.microsoft.com/office/drawing/2014/main" id="{5FB9CAB2-BEF5-40F6-A332-177769176511}"/>
              </a:ext>
            </a:extLst>
          </p:cNvPr>
          <p:cNvSpPr>
            <a:spLocks noGrp="1"/>
          </p:cNvSpPr>
          <p:nvPr/>
        </p:nvSpPr>
        <p:spPr>
          <a:xfrm>
            <a:off x="184054" y="9105156"/>
            <a:ext cx="483543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5F8F92A0-DEF2-486F-BF39-4120F2E50E78}"/>
              </a:ext>
            </a:extLst>
          </p:cNvPr>
          <p:cNvSpPr>
            <a:spLocks noGrp="1"/>
          </p:cNvSpPr>
          <p:nvPr/>
        </p:nvSpPr>
        <p:spPr>
          <a:xfrm>
            <a:off x="683597" y="9105156"/>
            <a:ext cx="2788081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PJSM Pre-Job Briefing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6CD8325A-41C3-4B87-98A9-B94FBF3451B5}"/>
              </a:ext>
            </a:extLst>
          </p:cNvPr>
          <p:cNvSpPr>
            <a:spLocks noGrp="1"/>
          </p:cNvSpPr>
          <p:nvPr/>
        </p:nvSpPr>
        <p:spPr>
          <a:xfrm>
            <a:off x="3487678" y="9105156"/>
            <a:ext cx="979087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All Zona</a:t>
            </a:r>
          </a:p>
        </p:txBody>
      </p:sp>
      <p:sp>
        <p:nvSpPr>
          <p:cNvPr id="637" name="Oval 636">
            <a:extLst>
              <a:ext uri="{FF2B5EF4-FFF2-40B4-BE49-F238E27FC236}">
                <a16:creationId xmlns:a16="http://schemas.microsoft.com/office/drawing/2014/main" id="{84F556C1-4A58-42CF-8FCF-B15D1554048C}"/>
              </a:ext>
            </a:extLst>
          </p:cNvPr>
          <p:cNvSpPr>
            <a:spLocks noGrp="1"/>
          </p:cNvSpPr>
          <p:nvPr/>
        </p:nvSpPr>
        <p:spPr>
          <a:xfrm>
            <a:off x="4486765" y="9137100"/>
            <a:ext cx="90000" cy="90000"/>
          </a:xfrm>
          <a:prstGeom prst="ellipse">
            <a:avLst/>
          </a:prstGeom>
          <a:solidFill>
            <a:srgbClr val="F49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638" name="TextBox 637">
            <a:extLst>
              <a:ext uri="{FF2B5EF4-FFF2-40B4-BE49-F238E27FC236}">
                <a16:creationId xmlns:a16="http://schemas.microsoft.com/office/drawing/2014/main" id="{EC5893F0-F3DA-4A4B-8676-71B072C5462C}"/>
              </a:ext>
            </a:extLst>
          </p:cNvPr>
          <p:cNvSpPr>
            <a:spLocks noGrp="1"/>
          </p:cNvSpPr>
          <p:nvPr/>
        </p:nvSpPr>
        <p:spPr>
          <a:xfrm>
            <a:off x="4592765" y="9105156"/>
            <a:ext cx="12790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639" name="Rounded Rectangle 638">
            <a:extLst>
              <a:ext uri="{FF2B5EF4-FFF2-40B4-BE49-F238E27FC236}">
                <a16:creationId xmlns:a16="http://schemas.microsoft.com/office/drawing/2014/main" id="{66798CE7-D9C0-44E0-8602-EBE59017A84E}"/>
              </a:ext>
            </a:extLst>
          </p:cNvPr>
          <p:cNvSpPr>
            <a:spLocks noGrp="1"/>
          </p:cNvSpPr>
          <p:nvPr/>
        </p:nvSpPr>
        <p:spPr>
          <a:xfrm>
            <a:off x="5892805" y="9142100"/>
            <a:ext cx="1351631" cy="80000"/>
          </a:xfrm>
          <a:prstGeom prst="round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000"/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637003DA-02DA-42AF-BA5D-EDBBC35B858D}"/>
              </a:ext>
            </a:extLst>
          </p:cNvPr>
          <p:cNvSpPr>
            <a:spLocks noGrp="1"/>
          </p:cNvSpPr>
          <p:nvPr/>
        </p:nvSpPr>
        <p:spPr>
          <a:xfrm>
            <a:off x="7266090" y="9105156"/>
            <a:ext cx="184346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16ACBE16-20A5-4247-9FED-2AAB47E62203}"/>
              </a:ext>
            </a:extLst>
          </p:cNvPr>
          <p:cNvSpPr>
            <a:spLocks noGrp="1"/>
          </p:cNvSpPr>
          <p:nvPr/>
        </p:nvSpPr>
        <p:spPr>
          <a:xfrm>
            <a:off x="7367436" y="9105156"/>
            <a:ext cx="106568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00" b="0">
                <a:solidFill>
                  <a:srgbClr val="282828"/>
                </a:solidFill>
                <a:latin typeface="Arial"/>
                <a:ea typeface="Arial"/>
                <a:cs typeface="Arial"/>
              </a:rPr>
              <a:t>30 Sep 2026</a:t>
            </a:r>
          </a:p>
        </p:txBody>
      </p:sp>
      <p:sp>
        <p:nvSpPr>
          <p:cNvPr id="642" name="S6 ACTUAL LINE NEW 1">
            <a:extLst>
              <a:ext uri="{FF2B5EF4-FFF2-40B4-BE49-F238E27FC236}">
                <a16:creationId xmlns:a16="http://schemas.microsoft.com/office/drawing/2014/main" id="{D18A4979-0C04-42F9-8E15-0EBFA0EE0A20}"/>
              </a:ext>
            </a:extLst>
          </p:cNvPr>
          <p:cNvSpPr>
            <a:spLocks noGrp="1"/>
          </p:cNvSpPr>
          <p:nvPr/>
        </p:nvSpPr>
        <p:spPr>
          <a:xfrm flipV="1">
            <a:off x="9048750" y="6234112"/>
            <a:ext cx="664029" cy="25827"/>
          </a:xfrm>
          <a:prstGeom prst="line">
            <a:avLst/>
          </a:prstGeom>
          <a:ln w="28575">
            <a:solidFill>
              <a:srgbClr val="0B3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43" name="S6 ACTUAL LINE NEW 2">
            <a:extLst>
              <a:ext uri="{FF2B5EF4-FFF2-40B4-BE49-F238E27FC236}">
                <a16:creationId xmlns:a16="http://schemas.microsoft.com/office/drawing/2014/main" id="{AB4FF323-8B7D-4130-B217-1A59CCF9F14D}"/>
              </a:ext>
            </a:extLst>
          </p:cNvPr>
          <p:cNvSpPr>
            <a:spLocks noGrp="1"/>
          </p:cNvSpPr>
          <p:nvPr/>
        </p:nvSpPr>
        <p:spPr>
          <a:xfrm flipV="1">
            <a:off x="9712779" y="6213062"/>
            <a:ext cx="664028" cy="21050"/>
          </a:xfrm>
          <a:prstGeom prst="line">
            <a:avLst/>
          </a:prstGeom>
          <a:ln w="28575">
            <a:solidFill>
              <a:srgbClr val="0B3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44" name="S6 ACTUAL LINE NEW 3">
            <a:extLst>
              <a:ext uri="{FF2B5EF4-FFF2-40B4-BE49-F238E27FC236}">
                <a16:creationId xmlns:a16="http://schemas.microsoft.com/office/drawing/2014/main" id="{409BC3F2-1BEA-491C-A017-D7F6C70F6BED}"/>
              </a:ext>
            </a:extLst>
          </p:cNvPr>
          <p:cNvSpPr>
            <a:spLocks noGrp="1"/>
          </p:cNvSpPr>
          <p:nvPr/>
        </p:nvSpPr>
        <p:spPr>
          <a:xfrm>
            <a:off x="10376807" y="6213062"/>
            <a:ext cx="664029" cy="4938"/>
          </a:xfrm>
          <a:prstGeom prst="line">
            <a:avLst/>
          </a:prstGeom>
          <a:ln w="28575">
            <a:solidFill>
              <a:srgbClr val="0B3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45" name="S6 PLAN LINE NEW 1">
            <a:extLst>
              <a:ext uri="{FF2B5EF4-FFF2-40B4-BE49-F238E27FC236}">
                <a16:creationId xmlns:a16="http://schemas.microsoft.com/office/drawing/2014/main" id="{4BF8223F-49B5-415E-BA2A-698200684F28}"/>
              </a:ext>
            </a:extLst>
          </p:cNvPr>
          <p:cNvSpPr>
            <a:spLocks noGrp="1"/>
          </p:cNvSpPr>
          <p:nvPr/>
        </p:nvSpPr>
        <p:spPr>
          <a:xfrm flipV="1">
            <a:off x="11040836" y="6120845"/>
            <a:ext cx="664028" cy="97155"/>
          </a:xfrm>
          <a:prstGeom prst="line">
            <a:avLst/>
          </a:prstGeom>
          <a:ln w="28575">
            <a:solidFill>
              <a:srgbClr val="16944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46" name="S6 PLAN LINE NEW 2">
            <a:extLst>
              <a:ext uri="{FF2B5EF4-FFF2-40B4-BE49-F238E27FC236}">
                <a16:creationId xmlns:a16="http://schemas.microsoft.com/office/drawing/2014/main" id="{761CC38D-16A1-40AD-A27D-E0404391D9C0}"/>
              </a:ext>
            </a:extLst>
          </p:cNvPr>
          <p:cNvSpPr>
            <a:spLocks noGrp="1"/>
          </p:cNvSpPr>
          <p:nvPr/>
        </p:nvSpPr>
        <p:spPr>
          <a:xfrm flipV="1">
            <a:off x="11704864" y="6023690"/>
            <a:ext cx="664029" cy="97155"/>
          </a:xfrm>
          <a:prstGeom prst="line">
            <a:avLst/>
          </a:prstGeom>
          <a:ln w="28575">
            <a:solidFill>
              <a:srgbClr val="16944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47" name="S6 PLAN LINE NEW 3">
            <a:extLst>
              <a:ext uri="{FF2B5EF4-FFF2-40B4-BE49-F238E27FC236}">
                <a16:creationId xmlns:a16="http://schemas.microsoft.com/office/drawing/2014/main" id="{29C17BCD-31D2-4F90-A358-9AF843766F2B}"/>
              </a:ext>
            </a:extLst>
          </p:cNvPr>
          <p:cNvSpPr>
            <a:spLocks noGrp="1"/>
          </p:cNvSpPr>
          <p:nvPr/>
        </p:nvSpPr>
        <p:spPr>
          <a:xfrm flipV="1">
            <a:off x="12368893" y="5926455"/>
            <a:ext cx="664028" cy="97235"/>
          </a:xfrm>
          <a:prstGeom prst="line">
            <a:avLst/>
          </a:prstGeom>
          <a:ln w="28575">
            <a:solidFill>
              <a:srgbClr val="16944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48" name="S6 PLAN LINE NEW 4">
            <a:extLst>
              <a:ext uri="{FF2B5EF4-FFF2-40B4-BE49-F238E27FC236}">
                <a16:creationId xmlns:a16="http://schemas.microsoft.com/office/drawing/2014/main" id="{411DBE26-366B-42FA-966E-5CCA99D90509}"/>
              </a:ext>
            </a:extLst>
          </p:cNvPr>
          <p:cNvSpPr>
            <a:spLocks noGrp="1"/>
          </p:cNvSpPr>
          <p:nvPr/>
        </p:nvSpPr>
        <p:spPr>
          <a:xfrm flipV="1">
            <a:off x="13032921" y="5829300"/>
            <a:ext cx="664029" cy="97155"/>
          </a:xfrm>
          <a:prstGeom prst="line">
            <a:avLst/>
          </a:prstGeom>
          <a:ln w="28575">
            <a:solidFill>
              <a:srgbClr val="16944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49" name="S6 MARKER NEW 1">
            <a:extLst>
              <a:ext uri="{FF2B5EF4-FFF2-40B4-BE49-F238E27FC236}">
                <a16:creationId xmlns:a16="http://schemas.microsoft.com/office/drawing/2014/main" id="{C433BB9E-632B-48E6-A171-BF345CF60590}"/>
              </a:ext>
            </a:extLst>
          </p:cNvPr>
          <p:cNvSpPr>
            <a:spLocks noGrp="1"/>
          </p:cNvSpPr>
          <p:nvPr/>
        </p:nvSpPr>
        <p:spPr>
          <a:xfrm>
            <a:off x="8996363" y="6207552"/>
            <a:ext cx="104775" cy="104775"/>
          </a:xfrm>
          <a:prstGeom prst="ellipse">
            <a:avLst/>
          </a:prstGeom>
          <a:solidFill>
            <a:srgbClr val="0B3B7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0" name="S6 VALUE LABEL NEW 1">
            <a:extLst>
              <a:ext uri="{FF2B5EF4-FFF2-40B4-BE49-F238E27FC236}">
                <a16:creationId xmlns:a16="http://schemas.microsoft.com/office/drawing/2014/main" id="{676D33A6-5C6C-487C-96BF-3F654910C425}"/>
              </a:ext>
            </a:extLst>
          </p:cNvPr>
          <p:cNvSpPr>
            <a:spLocks noGrp="1"/>
          </p:cNvSpPr>
          <p:nvPr/>
        </p:nvSpPr>
        <p:spPr>
          <a:xfrm>
            <a:off x="8688750" y="6354939"/>
            <a:ext cx="720000" cy="175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580" b="1">
                <a:solidFill>
                  <a:srgbClr val="282828"/>
                </a:solidFill>
              </a:rPr>
              <a:t>46.81%</a:t>
            </a:r>
          </a:p>
        </p:txBody>
      </p:sp>
      <p:sp>
        <p:nvSpPr>
          <p:cNvPr id="651" name="S6 MARKER NEW 2">
            <a:extLst>
              <a:ext uri="{FF2B5EF4-FFF2-40B4-BE49-F238E27FC236}">
                <a16:creationId xmlns:a16="http://schemas.microsoft.com/office/drawing/2014/main" id="{A8CDD0CB-EF74-4C32-9137-42C3559527FC}"/>
              </a:ext>
            </a:extLst>
          </p:cNvPr>
          <p:cNvSpPr>
            <a:spLocks noGrp="1"/>
          </p:cNvSpPr>
          <p:nvPr/>
        </p:nvSpPr>
        <p:spPr>
          <a:xfrm>
            <a:off x="9660392" y="6181725"/>
            <a:ext cx="104775" cy="104775"/>
          </a:xfrm>
          <a:prstGeom prst="ellipse">
            <a:avLst/>
          </a:prstGeom>
          <a:solidFill>
            <a:srgbClr val="0B3B7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2" name="S6 VALUE LABEL NEW 2">
            <a:extLst>
              <a:ext uri="{FF2B5EF4-FFF2-40B4-BE49-F238E27FC236}">
                <a16:creationId xmlns:a16="http://schemas.microsoft.com/office/drawing/2014/main" id="{64B95A36-9B29-44EF-B43F-0994EE537EBC}"/>
              </a:ext>
            </a:extLst>
          </p:cNvPr>
          <p:cNvSpPr>
            <a:spLocks noGrp="1"/>
          </p:cNvSpPr>
          <p:nvPr/>
        </p:nvSpPr>
        <p:spPr>
          <a:xfrm>
            <a:off x="9352779" y="5974112"/>
            <a:ext cx="720000" cy="175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580" b="1">
                <a:solidFill>
                  <a:srgbClr val="282828"/>
                </a:solidFill>
              </a:rPr>
              <a:t>50.00%</a:t>
            </a:r>
          </a:p>
        </p:txBody>
      </p:sp>
      <p:sp>
        <p:nvSpPr>
          <p:cNvPr id="653" name="S6 MARKER NEW 3">
            <a:extLst>
              <a:ext uri="{FF2B5EF4-FFF2-40B4-BE49-F238E27FC236}">
                <a16:creationId xmlns:a16="http://schemas.microsoft.com/office/drawing/2014/main" id="{369F9105-2BC4-4D18-8081-D7C7CDB43B00}"/>
              </a:ext>
            </a:extLst>
          </p:cNvPr>
          <p:cNvSpPr>
            <a:spLocks noGrp="1"/>
          </p:cNvSpPr>
          <p:nvPr/>
        </p:nvSpPr>
        <p:spPr>
          <a:xfrm>
            <a:off x="10324420" y="6160675"/>
            <a:ext cx="104775" cy="104775"/>
          </a:xfrm>
          <a:prstGeom prst="ellipse">
            <a:avLst/>
          </a:prstGeom>
          <a:solidFill>
            <a:srgbClr val="0B3B7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4" name="S6 VALUE LABEL NEW 3">
            <a:extLst>
              <a:ext uri="{FF2B5EF4-FFF2-40B4-BE49-F238E27FC236}">
                <a16:creationId xmlns:a16="http://schemas.microsoft.com/office/drawing/2014/main" id="{339FD0E8-1654-47C7-A331-80843AAEC3CD}"/>
              </a:ext>
            </a:extLst>
          </p:cNvPr>
          <p:cNvSpPr>
            <a:spLocks noGrp="1"/>
          </p:cNvSpPr>
          <p:nvPr/>
        </p:nvSpPr>
        <p:spPr>
          <a:xfrm>
            <a:off x="10016807" y="5953062"/>
            <a:ext cx="720000" cy="175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580" b="1">
                <a:solidFill>
                  <a:srgbClr val="282828"/>
                </a:solidFill>
              </a:rPr>
              <a:t>52.60%</a:t>
            </a:r>
          </a:p>
        </p:txBody>
      </p:sp>
      <p:sp>
        <p:nvSpPr>
          <p:cNvPr id="655" name="S6 MARKER NEW 4">
            <a:extLst>
              <a:ext uri="{FF2B5EF4-FFF2-40B4-BE49-F238E27FC236}">
                <a16:creationId xmlns:a16="http://schemas.microsoft.com/office/drawing/2014/main" id="{BFD2642B-322A-4682-B56C-5ED0076230B6}"/>
              </a:ext>
            </a:extLst>
          </p:cNvPr>
          <p:cNvSpPr>
            <a:spLocks noGrp="1"/>
          </p:cNvSpPr>
          <p:nvPr/>
        </p:nvSpPr>
        <p:spPr>
          <a:xfrm>
            <a:off x="10988449" y="6165613"/>
            <a:ext cx="104775" cy="104775"/>
          </a:xfrm>
          <a:prstGeom prst="ellipse">
            <a:avLst/>
          </a:prstGeom>
          <a:solidFill>
            <a:srgbClr val="0B3B7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6" name="S6 VALUE LABEL NEW 4">
            <a:extLst>
              <a:ext uri="{FF2B5EF4-FFF2-40B4-BE49-F238E27FC236}">
                <a16:creationId xmlns:a16="http://schemas.microsoft.com/office/drawing/2014/main" id="{2039B29F-4868-4EDC-8E0C-49B00923ADC3}"/>
              </a:ext>
            </a:extLst>
          </p:cNvPr>
          <p:cNvSpPr>
            <a:spLocks noGrp="1"/>
          </p:cNvSpPr>
          <p:nvPr/>
        </p:nvSpPr>
        <p:spPr>
          <a:xfrm>
            <a:off x="10680836" y="5958000"/>
            <a:ext cx="720000" cy="175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580" b="1">
                <a:solidFill>
                  <a:srgbClr val="282828"/>
                </a:solidFill>
              </a:rPr>
              <a:t>51.99%</a:t>
            </a:r>
          </a:p>
        </p:txBody>
      </p:sp>
      <p:sp>
        <p:nvSpPr>
          <p:cNvPr id="657" name="S6 MARKER NEW 5">
            <a:extLst>
              <a:ext uri="{FF2B5EF4-FFF2-40B4-BE49-F238E27FC236}">
                <a16:creationId xmlns:a16="http://schemas.microsoft.com/office/drawing/2014/main" id="{6130E807-E4B5-4FB4-9299-9725AD7C15D1}"/>
              </a:ext>
            </a:extLst>
          </p:cNvPr>
          <p:cNvSpPr>
            <a:spLocks noGrp="1"/>
          </p:cNvSpPr>
          <p:nvPr/>
        </p:nvSpPr>
        <p:spPr>
          <a:xfrm>
            <a:off x="11652477" y="6068458"/>
            <a:ext cx="104775" cy="104775"/>
          </a:xfrm>
          <a:prstGeom prst="ellipse">
            <a:avLst/>
          </a:prstGeom>
          <a:solidFill>
            <a:srgbClr val="16944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8" name="S6 VALUE LABEL NEW 5">
            <a:extLst>
              <a:ext uri="{FF2B5EF4-FFF2-40B4-BE49-F238E27FC236}">
                <a16:creationId xmlns:a16="http://schemas.microsoft.com/office/drawing/2014/main" id="{7CD87839-6A54-4514-BCA8-0014E0BDC08D}"/>
              </a:ext>
            </a:extLst>
          </p:cNvPr>
          <p:cNvSpPr>
            <a:spLocks noGrp="1"/>
          </p:cNvSpPr>
          <p:nvPr/>
        </p:nvSpPr>
        <p:spPr>
          <a:xfrm>
            <a:off x="11344864" y="5860845"/>
            <a:ext cx="720000" cy="175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580" b="1">
                <a:solidFill>
                  <a:srgbClr val="169447"/>
                </a:solidFill>
              </a:rPr>
              <a:t>63.99%</a:t>
            </a:r>
          </a:p>
        </p:txBody>
      </p:sp>
      <p:sp>
        <p:nvSpPr>
          <p:cNvPr id="659" name="S6 MARKER NEW 6">
            <a:extLst>
              <a:ext uri="{FF2B5EF4-FFF2-40B4-BE49-F238E27FC236}">
                <a16:creationId xmlns:a16="http://schemas.microsoft.com/office/drawing/2014/main" id="{38FD9D64-046A-4B12-883B-6F3F5F77723B}"/>
              </a:ext>
            </a:extLst>
          </p:cNvPr>
          <p:cNvSpPr>
            <a:spLocks noGrp="1"/>
          </p:cNvSpPr>
          <p:nvPr/>
        </p:nvSpPr>
        <p:spPr>
          <a:xfrm>
            <a:off x="12316506" y="5971303"/>
            <a:ext cx="104775" cy="104775"/>
          </a:xfrm>
          <a:prstGeom prst="ellipse">
            <a:avLst/>
          </a:prstGeom>
          <a:solidFill>
            <a:srgbClr val="16944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0" name="S6 VALUE LABEL NEW 6">
            <a:extLst>
              <a:ext uri="{FF2B5EF4-FFF2-40B4-BE49-F238E27FC236}">
                <a16:creationId xmlns:a16="http://schemas.microsoft.com/office/drawing/2014/main" id="{102EDBC7-A425-480C-8957-75310FC62E64}"/>
              </a:ext>
            </a:extLst>
          </p:cNvPr>
          <p:cNvSpPr>
            <a:spLocks noGrp="1"/>
          </p:cNvSpPr>
          <p:nvPr/>
        </p:nvSpPr>
        <p:spPr>
          <a:xfrm>
            <a:off x="12008893" y="5763690"/>
            <a:ext cx="720000" cy="175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580" b="1">
                <a:solidFill>
                  <a:srgbClr val="169447"/>
                </a:solidFill>
              </a:rPr>
              <a:t>75.99%</a:t>
            </a:r>
          </a:p>
        </p:txBody>
      </p:sp>
      <p:sp>
        <p:nvSpPr>
          <p:cNvPr id="661" name="S6 MARKER NEW 7">
            <a:extLst>
              <a:ext uri="{FF2B5EF4-FFF2-40B4-BE49-F238E27FC236}">
                <a16:creationId xmlns:a16="http://schemas.microsoft.com/office/drawing/2014/main" id="{2066F6BF-057B-4773-BEC8-272487BD6640}"/>
              </a:ext>
            </a:extLst>
          </p:cNvPr>
          <p:cNvSpPr>
            <a:spLocks noGrp="1"/>
          </p:cNvSpPr>
          <p:nvPr/>
        </p:nvSpPr>
        <p:spPr>
          <a:xfrm>
            <a:off x="12980534" y="5874068"/>
            <a:ext cx="104775" cy="104775"/>
          </a:xfrm>
          <a:prstGeom prst="ellipse">
            <a:avLst/>
          </a:prstGeom>
          <a:solidFill>
            <a:srgbClr val="16944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2" name="S6 VALUE LABEL NEW 7">
            <a:extLst>
              <a:ext uri="{FF2B5EF4-FFF2-40B4-BE49-F238E27FC236}">
                <a16:creationId xmlns:a16="http://schemas.microsoft.com/office/drawing/2014/main" id="{EB07C27A-2587-4EE3-B0FD-B7AC132F3CF1}"/>
              </a:ext>
            </a:extLst>
          </p:cNvPr>
          <p:cNvSpPr>
            <a:spLocks noGrp="1"/>
          </p:cNvSpPr>
          <p:nvPr/>
        </p:nvSpPr>
        <p:spPr>
          <a:xfrm>
            <a:off x="12672921" y="5666455"/>
            <a:ext cx="720000" cy="175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580" b="1">
                <a:solidFill>
                  <a:srgbClr val="169447"/>
                </a:solidFill>
              </a:rPr>
              <a:t>88.00%</a:t>
            </a:r>
          </a:p>
        </p:txBody>
      </p:sp>
      <p:sp>
        <p:nvSpPr>
          <p:cNvPr id="663" name="S6 MARKER NEW 8">
            <a:extLst>
              <a:ext uri="{FF2B5EF4-FFF2-40B4-BE49-F238E27FC236}">
                <a16:creationId xmlns:a16="http://schemas.microsoft.com/office/drawing/2014/main" id="{C911A378-9895-4F3B-B60C-1CDFDC7C1E4B}"/>
              </a:ext>
            </a:extLst>
          </p:cNvPr>
          <p:cNvSpPr>
            <a:spLocks noGrp="1"/>
          </p:cNvSpPr>
          <p:nvPr/>
        </p:nvSpPr>
        <p:spPr>
          <a:xfrm>
            <a:off x="13644563" y="5776913"/>
            <a:ext cx="104775" cy="104775"/>
          </a:xfrm>
          <a:prstGeom prst="ellipse">
            <a:avLst/>
          </a:prstGeom>
          <a:solidFill>
            <a:srgbClr val="16944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4" name="S6 VALUE LABEL NEW 8">
            <a:extLst>
              <a:ext uri="{FF2B5EF4-FFF2-40B4-BE49-F238E27FC236}">
                <a16:creationId xmlns:a16="http://schemas.microsoft.com/office/drawing/2014/main" id="{94515863-3E12-4F9B-B12E-D57CC1C1C328}"/>
              </a:ext>
            </a:extLst>
          </p:cNvPr>
          <p:cNvSpPr>
            <a:spLocks noGrp="1"/>
          </p:cNvSpPr>
          <p:nvPr/>
        </p:nvSpPr>
        <p:spPr>
          <a:xfrm>
            <a:off x="13106950" y="5979300"/>
            <a:ext cx="590000" cy="175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580" b="1">
                <a:solidFill>
                  <a:srgbClr val="169447"/>
                </a:solidFill>
              </a:rPr>
              <a:t>100%</a:t>
            </a:r>
          </a:p>
        </p:txBody>
      </p:sp>
      <p:sp>
        <p:nvSpPr>
          <p:cNvPr id="667" name="PSIE GAUGE CLEAN SEGMENT 1">
            <a:extLst>
              <a:ext uri="{FF2B5EF4-FFF2-40B4-BE49-F238E27FC236}">
                <a16:creationId xmlns:a16="http://schemas.microsoft.com/office/drawing/2014/main" id="{AB86C363-8C39-43FE-912C-B176E8005761}"/>
              </a:ext>
            </a:extLst>
          </p:cNvPr>
          <p:cNvSpPr>
            <a:spLocks noGrp="1"/>
          </p:cNvSpPr>
          <p:nvPr/>
        </p:nvSpPr>
        <p:spPr>
          <a:xfrm>
            <a:off x="5635657" y="2790825"/>
            <a:ext cx="13526" cy="0"/>
          </a:xfrm>
          <a:prstGeom prst="line">
            <a:avLst/>
          </a:prstGeom>
          <a:noFill/>
          <a:ln w="123825">
            <a:solidFill>
              <a:srgbClr val="6D28D9"/>
            </a:solidFill>
            <a:prstDash val="solid"/>
          </a:ln>
        </p:spPr>
      </p:sp>
      <p:sp>
        <p:nvSpPr>
          <p:cNvPr id="668" name="PSIE GAUGE CLEAN SEGMENT 2">
            <a:extLst>
              <a:ext uri="{FF2B5EF4-FFF2-40B4-BE49-F238E27FC236}">
                <a16:creationId xmlns:a16="http://schemas.microsoft.com/office/drawing/2014/main" id="{3DB5F7EA-874D-4266-BD83-D23C556C3581}"/>
              </a:ext>
            </a:extLst>
          </p:cNvPr>
          <p:cNvSpPr>
            <a:spLocks noGrp="1"/>
          </p:cNvSpPr>
          <p:nvPr/>
        </p:nvSpPr>
        <p:spPr>
          <a:xfrm>
            <a:off x="5658898" y="2637949"/>
            <a:ext cx="45625" cy="0"/>
          </a:xfrm>
          <a:prstGeom prst="line">
            <a:avLst/>
          </a:prstGeom>
          <a:noFill/>
          <a:ln w="123825">
            <a:solidFill>
              <a:srgbClr val="6D28D9"/>
            </a:solidFill>
            <a:prstDash val="solid"/>
          </a:ln>
        </p:spPr>
      </p:sp>
      <p:sp>
        <p:nvSpPr>
          <p:cNvPr id="669" name="PSIE GAUGE CLEAN SEGMENT 3">
            <a:extLst>
              <a:ext uri="{FF2B5EF4-FFF2-40B4-BE49-F238E27FC236}">
                <a16:creationId xmlns:a16="http://schemas.microsoft.com/office/drawing/2014/main" id="{F26AB797-47ED-424D-8329-7705C5DE32EB}"/>
              </a:ext>
            </a:extLst>
          </p:cNvPr>
          <p:cNvSpPr>
            <a:spLocks noGrp="1"/>
          </p:cNvSpPr>
          <p:nvPr/>
        </p:nvSpPr>
        <p:spPr>
          <a:xfrm>
            <a:off x="5724335" y="2495550"/>
            <a:ext cx="74676" cy="0"/>
          </a:xfrm>
          <a:prstGeom prst="line">
            <a:avLst/>
          </a:prstGeom>
          <a:noFill/>
          <a:ln w="123825">
            <a:solidFill>
              <a:srgbClr val="6D28D9"/>
            </a:solidFill>
            <a:prstDash val="solid"/>
          </a:ln>
        </p:spPr>
      </p:sp>
      <p:sp>
        <p:nvSpPr>
          <p:cNvPr id="670" name="PSIE GAUGE CLEAN SEGMENT 4">
            <a:extLst>
              <a:ext uri="{FF2B5EF4-FFF2-40B4-BE49-F238E27FC236}">
                <a16:creationId xmlns:a16="http://schemas.microsoft.com/office/drawing/2014/main" id="{31C3258A-37CA-4E4B-AFFB-8FC375A79914}"/>
              </a:ext>
            </a:extLst>
          </p:cNvPr>
          <p:cNvSpPr>
            <a:spLocks noGrp="1"/>
          </p:cNvSpPr>
          <p:nvPr/>
        </p:nvSpPr>
        <p:spPr>
          <a:xfrm>
            <a:off x="5827395" y="2373249"/>
            <a:ext cx="98584" cy="0"/>
          </a:xfrm>
          <a:prstGeom prst="line">
            <a:avLst/>
          </a:prstGeom>
          <a:noFill/>
          <a:ln w="123825">
            <a:solidFill>
              <a:srgbClr val="6D28D9"/>
            </a:solidFill>
            <a:prstDash val="solid"/>
          </a:ln>
        </p:spPr>
      </p:sp>
      <p:sp>
        <p:nvSpPr>
          <p:cNvPr id="671" name="PSIE GAUGE CLEAN SEGMENT 5">
            <a:extLst>
              <a:ext uri="{FF2B5EF4-FFF2-40B4-BE49-F238E27FC236}">
                <a16:creationId xmlns:a16="http://schemas.microsoft.com/office/drawing/2014/main" id="{F7D3D00C-9F7B-4C4A-861D-94EC4A696213}"/>
              </a:ext>
            </a:extLst>
          </p:cNvPr>
          <p:cNvSpPr>
            <a:spLocks noGrp="1"/>
          </p:cNvSpPr>
          <p:nvPr/>
        </p:nvSpPr>
        <p:spPr>
          <a:xfrm>
            <a:off x="5961031" y="2279428"/>
            <a:ext cx="115729" cy="0"/>
          </a:xfrm>
          <a:prstGeom prst="line">
            <a:avLst/>
          </a:prstGeom>
          <a:noFill/>
          <a:ln w="123825">
            <a:solidFill>
              <a:srgbClr val="6D28D9"/>
            </a:solidFill>
            <a:prstDash val="solid"/>
          </a:ln>
        </p:spPr>
      </p:sp>
      <p:sp>
        <p:nvSpPr>
          <p:cNvPr id="672" name="PSIE GAUGE CLEAN SEGMENT 6">
            <a:extLst>
              <a:ext uri="{FF2B5EF4-FFF2-40B4-BE49-F238E27FC236}">
                <a16:creationId xmlns:a16="http://schemas.microsoft.com/office/drawing/2014/main" id="{649E9691-8E3B-4D20-A2DF-37F1C019E3A9}"/>
              </a:ext>
            </a:extLst>
          </p:cNvPr>
          <p:cNvSpPr>
            <a:spLocks noGrp="1"/>
          </p:cNvSpPr>
          <p:nvPr/>
        </p:nvSpPr>
        <p:spPr>
          <a:xfrm>
            <a:off x="6116288" y="2220373"/>
            <a:ext cx="125063" cy="0"/>
          </a:xfrm>
          <a:prstGeom prst="line">
            <a:avLst/>
          </a:prstGeom>
          <a:noFill/>
          <a:ln w="123825">
            <a:solidFill>
              <a:srgbClr val="6D28D9"/>
            </a:solidFill>
            <a:prstDash val="solid"/>
          </a:ln>
        </p:spPr>
      </p:sp>
      <p:sp>
        <p:nvSpPr>
          <p:cNvPr id="673" name="PSIE GAUGE CLEAN SEGMENT 7">
            <a:extLst>
              <a:ext uri="{FF2B5EF4-FFF2-40B4-BE49-F238E27FC236}">
                <a16:creationId xmlns:a16="http://schemas.microsoft.com/office/drawing/2014/main" id="{C5D2166B-AC80-405C-BA40-9149AFF5C66E}"/>
              </a:ext>
            </a:extLst>
          </p:cNvPr>
          <p:cNvSpPr>
            <a:spLocks noGrp="1"/>
          </p:cNvSpPr>
          <p:nvPr/>
        </p:nvSpPr>
        <p:spPr>
          <a:xfrm>
            <a:off x="6282404" y="2200275"/>
            <a:ext cx="125825" cy="13526"/>
          </a:xfrm>
          <a:prstGeom prst="line">
            <a:avLst/>
          </a:prstGeom>
          <a:noFill/>
          <a:ln w="123825">
            <a:solidFill>
              <a:srgbClr val="6D28D9"/>
            </a:solidFill>
            <a:prstDash val="solid"/>
          </a:ln>
        </p:spPr>
      </p:sp>
      <p:sp>
        <p:nvSpPr>
          <p:cNvPr id="674" name="PSIE GAUGE CLEAN SEGMENT 8">
            <a:extLst>
              <a:ext uri="{FF2B5EF4-FFF2-40B4-BE49-F238E27FC236}">
                <a16:creationId xmlns:a16="http://schemas.microsoft.com/office/drawing/2014/main" id="{81CFF418-E504-409C-97FC-8ED1C729E48A}"/>
              </a:ext>
            </a:extLst>
          </p:cNvPr>
          <p:cNvSpPr>
            <a:spLocks noGrp="1"/>
          </p:cNvSpPr>
          <p:nvPr/>
        </p:nvSpPr>
        <p:spPr>
          <a:xfrm>
            <a:off x="6448235" y="2220373"/>
            <a:ext cx="118015" cy="45625"/>
          </a:xfrm>
          <a:prstGeom prst="line">
            <a:avLst/>
          </a:prstGeom>
          <a:noFill/>
          <a:ln w="123825">
            <a:solidFill>
              <a:srgbClr val="D7DEE6"/>
            </a:solidFill>
            <a:prstDash val="solid"/>
          </a:ln>
        </p:spPr>
      </p:sp>
      <p:sp>
        <p:nvSpPr>
          <p:cNvPr id="675" name="PSIE GAUGE CLEAN SEGMENT 9">
            <a:extLst>
              <a:ext uri="{FF2B5EF4-FFF2-40B4-BE49-F238E27FC236}">
                <a16:creationId xmlns:a16="http://schemas.microsoft.com/office/drawing/2014/main" id="{2DC45A78-01DE-484D-854D-5B49FFC94862}"/>
              </a:ext>
            </a:extLst>
          </p:cNvPr>
          <p:cNvSpPr>
            <a:spLocks noGrp="1"/>
          </p:cNvSpPr>
          <p:nvPr/>
        </p:nvSpPr>
        <p:spPr>
          <a:xfrm>
            <a:off x="6602349" y="2279428"/>
            <a:ext cx="102203" cy="74676"/>
          </a:xfrm>
          <a:prstGeom prst="line">
            <a:avLst/>
          </a:prstGeom>
          <a:noFill/>
          <a:ln w="123825">
            <a:solidFill>
              <a:srgbClr val="D7DEE6"/>
            </a:solidFill>
            <a:prstDash val="solid"/>
          </a:ln>
        </p:spPr>
      </p:sp>
      <p:sp>
        <p:nvSpPr>
          <p:cNvPr id="676" name="PSIE GAUGE CLEAN SEGMENT 10">
            <a:extLst>
              <a:ext uri="{FF2B5EF4-FFF2-40B4-BE49-F238E27FC236}">
                <a16:creationId xmlns:a16="http://schemas.microsoft.com/office/drawing/2014/main" id="{ED06DEF0-43A1-4896-A595-91EAEFDC90B4}"/>
              </a:ext>
            </a:extLst>
          </p:cNvPr>
          <p:cNvSpPr>
            <a:spLocks noGrp="1"/>
          </p:cNvSpPr>
          <p:nvPr/>
        </p:nvSpPr>
        <p:spPr>
          <a:xfrm>
            <a:off x="6734366" y="2373249"/>
            <a:ext cx="79343" cy="98584"/>
          </a:xfrm>
          <a:prstGeom prst="line">
            <a:avLst/>
          </a:prstGeom>
          <a:noFill/>
          <a:ln w="123825">
            <a:solidFill>
              <a:srgbClr val="D7DEE6"/>
            </a:solidFill>
            <a:prstDash val="solid"/>
          </a:ln>
        </p:spPr>
      </p:sp>
      <p:sp>
        <p:nvSpPr>
          <p:cNvPr id="677" name="PSIE GAUGE CLEAN SEGMENT 11">
            <a:extLst>
              <a:ext uri="{FF2B5EF4-FFF2-40B4-BE49-F238E27FC236}">
                <a16:creationId xmlns:a16="http://schemas.microsoft.com/office/drawing/2014/main" id="{9DFCEF87-9EF2-4EE9-BB68-02E9DD848081}"/>
              </a:ext>
            </a:extLst>
          </p:cNvPr>
          <p:cNvSpPr>
            <a:spLocks noGrp="1"/>
          </p:cNvSpPr>
          <p:nvPr/>
        </p:nvSpPr>
        <p:spPr>
          <a:xfrm>
            <a:off x="6835140" y="2495550"/>
            <a:ext cx="51149" cy="115729"/>
          </a:xfrm>
          <a:prstGeom prst="line">
            <a:avLst/>
          </a:prstGeom>
          <a:noFill/>
          <a:ln w="123825">
            <a:solidFill>
              <a:srgbClr val="D7DEE6"/>
            </a:solidFill>
            <a:prstDash val="solid"/>
          </a:ln>
        </p:spPr>
      </p:sp>
      <p:sp>
        <p:nvSpPr>
          <p:cNvPr id="678" name="PSIE GAUGE CLEAN SEGMENT 12">
            <a:extLst>
              <a:ext uri="{FF2B5EF4-FFF2-40B4-BE49-F238E27FC236}">
                <a16:creationId xmlns:a16="http://schemas.microsoft.com/office/drawing/2014/main" id="{B0DCEE5F-5CEB-4F92-B29C-84E30CE518BD}"/>
              </a:ext>
            </a:extLst>
          </p:cNvPr>
          <p:cNvSpPr>
            <a:spLocks noGrp="1"/>
          </p:cNvSpPr>
          <p:nvPr/>
        </p:nvSpPr>
        <p:spPr>
          <a:xfrm>
            <a:off x="6897814" y="2637949"/>
            <a:ext cx="19431" cy="125063"/>
          </a:xfrm>
          <a:prstGeom prst="line">
            <a:avLst/>
          </a:prstGeom>
          <a:noFill/>
          <a:ln w="123825">
            <a:solidFill>
              <a:srgbClr val="D7DE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0698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</Words>
  <Application>Microsoft Office PowerPoint</Application>
  <DocSecurity>0</DocSecurity>
  <PresentationFormat>Custom</PresentationFormat>
  <Paragraphs>252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Iman Sudirman</cp:lastModifiedBy>
  <cp:revision>1</cp:revision>
  <dcterms:created xsi:type="dcterms:W3CDTF">2026-08-12T00:21:39Z</dcterms:created>
  <dcterms:modified xsi:type="dcterms:W3CDTF">2026-08-12T01:35:06Z</dcterms:modified>
</cp:coreProperties>
</file>